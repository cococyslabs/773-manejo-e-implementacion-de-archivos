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10287000" cx="18288000"/>
  <p:notesSz cx="6858000" cy="9144000"/>
  <p:embeddedFontLst>
    <p:embeddedFont>
      <p:font typeface="Poppins"/>
      <p:regular r:id="rId32"/>
      <p:bold r:id="rId33"/>
      <p:italic r:id="rId34"/>
      <p:boldItalic r:id="rId35"/>
    </p:embeddedFont>
    <p:embeddedFont>
      <p:font typeface="Poppins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B674F5-93A2-4AAA-A591-59CC9542EEBA}">
  <a:tblStyle styleId="{BBB674F5-93A2-4AAA-A591-59CC9542EEB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bold.fntdata"/><Relationship Id="rId10" Type="http://schemas.openxmlformats.org/officeDocument/2006/relationships/slide" Target="slides/slide4.xml"/><Relationship Id="rId32" Type="http://schemas.openxmlformats.org/officeDocument/2006/relationships/font" Target="fonts/Poppins-regular.fntdata"/><Relationship Id="rId13" Type="http://schemas.openxmlformats.org/officeDocument/2006/relationships/slide" Target="slides/slide7.xml"/><Relationship Id="rId35" Type="http://schemas.openxmlformats.org/officeDocument/2006/relationships/font" Target="fonts/Poppins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-italic.fntdata"/><Relationship Id="rId15" Type="http://schemas.openxmlformats.org/officeDocument/2006/relationships/slide" Target="slides/slide9.xml"/><Relationship Id="rId37" Type="http://schemas.openxmlformats.org/officeDocument/2006/relationships/font" Target="fonts/PoppinsMedium-bold.fntdata"/><Relationship Id="rId14" Type="http://schemas.openxmlformats.org/officeDocument/2006/relationships/slide" Target="slides/slide8.xml"/><Relationship Id="rId36" Type="http://schemas.openxmlformats.org/officeDocument/2006/relationships/font" Target="fonts/PoppinsMedium-regular.fntdata"/><Relationship Id="rId17" Type="http://schemas.openxmlformats.org/officeDocument/2006/relationships/slide" Target="slides/slide11.xml"/><Relationship Id="rId39" Type="http://schemas.openxmlformats.org/officeDocument/2006/relationships/font" Target="fonts/Poppins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Poppins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4" name="Google Shape;42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4" name="Google Shape;474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0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11" Type="http://schemas.openxmlformats.org/officeDocument/2006/relationships/image" Target="../media/image38.png"/><Relationship Id="rId10" Type="http://schemas.openxmlformats.org/officeDocument/2006/relationships/image" Target="../media/image28.png"/><Relationship Id="rId12" Type="http://schemas.openxmlformats.org/officeDocument/2006/relationships/image" Target="../media/image26.png"/><Relationship Id="rId9" Type="http://schemas.openxmlformats.org/officeDocument/2006/relationships/image" Target="../media/image27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35.png"/><Relationship Id="rId8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11" Type="http://schemas.openxmlformats.org/officeDocument/2006/relationships/image" Target="../media/image29.png"/><Relationship Id="rId10" Type="http://schemas.openxmlformats.org/officeDocument/2006/relationships/image" Target="../media/image33.png"/><Relationship Id="rId9" Type="http://schemas.openxmlformats.org/officeDocument/2006/relationships/image" Target="../media/image32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47.jp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46.jp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43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41.png"/><Relationship Id="rId8" Type="http://schemas.openxmlformats.org/officeDocument/2006/relationships/image" Target="../media/image4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Relationship Id="rId4" Type="http://schemas.openxmlformats.org/officeDocument/2006/relationships/image" Target="../media/image14.png"/><Relationship Id="rId5" Type="http://schemas.openxmlformats.org/officeDocument/2006/relationships/image" Target="../media/image42.png"/><Relationship Id="rId6" Type="http://schemas.openxmlformats.org/officeDocument/2006/relationships/image" Target="../media/image4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Relationship Id="rId8" Type="http://schemas.openxmlformats.org/officeDocument/2006/relationships/image" Target="../media/image4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1" l="0" r="0" t="-38884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216"/>
            </a:srgbClr>
          </a:solidFill>
          <a:ln>
            <a:noFill/>
          </a:ln>
        </p:spPr>
      </p:sp>
      <p:sp>
        <p:nvSpPr>
          <p:cNvPr id="86" name="Google Shape;86;p13"/>
          <p:cNvSpPr/>
          <p:nvPr/>
        </p:nvSpPr>
        <p:spPr>
          <a:xfrm rot="9451627">
            <a:off x="-1353129" y="-1492681"/>
            <a:ext cx="6707049" cy="5072968"/>
          </a:xfrm>
          <a:custGeom>
            <a:rect b="b" l="l" r="r" t="t"/>
            <a:pathLst>
              <a:path extrusionOk="0" h="5072968" w="6707049">
                <a:moveTo>
                  <a:pt x="0" y="0"/>
                </a:moveTo>
                <a:lnTo>
                  <a:pt x="6707049" y="0"/>
                </a:lnTo>
                <a:lnTo>
                  <a:pt x="6707049" y="5072968"/>
                </a:lnTo>
                <a:lnTo>
                  <a:pt x="0" y="5072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3"/>
          <p:cNvSpPr/>
          <p:nvPr/>
        </p:nvSpPr>
        <p:spPr>
          <a:xfrm>
            <a:off x="-2413596" y="-3078771"/>
            <a:ext cx="6634070" cy="6597885"/>
          </a:xfrm>
          <a:custGeom>
            <a:rect b="b" l="l" r="r" t="t"/>
            <a:pathLst>
              <a:path extrusionOk="0" h="6597885" w="6634070">
                <a:moveTo>
                  <a:pt x="0" y="0"/>
                </a:moveTo>
                <a:lnTo>
                  <a:pt x="6634070" y="0"/>
                </a:lnTo>
                <a:lnTo>
                  <a:pt x="6634070" y="6597884"/>
                </a:lnTo>
                <a:lnTo>
                  <a:pt x="0" y="6597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 rot="-2308677">
            <a:off x="9916645" y="214959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17994524" y="6707106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5CE1E6"/>
          </a:solid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14844808" y="8570089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15470233" y="372878"/>
            <a:ext cx="2524291" cy="2524291"/>
          </a:xfrm>
          <a:custGeom>
            <a:rect b="b" l="l" r="r" t="t"/>
            <a:pathLst>
              <a:path extrusionOk="0" h="2524291" w="2524291">
                <a:moveTo>
                  <a:pt x="0" y="0"/>
                </a:moveTo>
                <a:lnTo>
                  <a:pt x="2524291" y="0"/>
                </a:lnTo>
                <a:lnTo>
                  <a:pt x="2524291" y="2524291"/>
                </a:lnTo>
                <a:lnTo>
                  <a:pt x="0" y="2524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 txBox="1"/>
          <p:nvPr/>
        </p:nvSpPr>
        <p:spPr>
          <a:xfrm>
            <a:off x="1028700" y="6905092"/>
            <a:ext cx="11127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</a:pPr>
            <a:r>
              <a:rPr b="0" i="0" lang="en-US" sz="3232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AUX: </a:t>
            </a:r>
            <a:r>
              <a:rPr lang="en-US" sz="3232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Kevin García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028700" y="4871504"/>
            <a:ext cx="16578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Bienvenido al Laboratorio</a:t>
            </a:r>
            <a:endParaRPr b="1" i="0" sz="5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Semana 2</a:t>
            </a:r>
            <a:endParaRPr b="1" i="0" sz="5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028700" y="7638517"/>
            <a:ext cx="11127300" cy="4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32"/>
              <a:buFont typeface="Arial"/>
              <a:buNone/>
            </a:pPr>
            <a:r>
              <a:rPr b="0" i="0" lang="en-US" sz="3232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Primer</a:t>
            </a:r>
            <a:r>
              <a:rPr lang="en-US" sz="3232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 Semestre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00" name="Google Shape;100;p14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4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14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14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104" name="Google Shape;104;p14"/>
          <p:cNvSpPr txBox="1"/>
          <p:nvPr/>
        </p:nvSpPr>
        <p:spPr>
          <a:xfrm>
            <a:off x="3908316" y="2655102"/>
            <a:ext cx="104713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4"/>
          <p:cNvSpPr txBox="1"/>
          <p:nvPr/>
        </p:nvSpPr>
        <p:spPr>
          <a:xfrm>
            <a:off x="4328963" y="4196532"/>
            <a:ext cx="8306586" cy="566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Temas y Actividades a realizar: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3908316" y="5388114"/>
            <a:ext cx="77856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Anuncios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5439" lvl="1" marL="690881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rial"/>
              <a:buChar char="•"/>
            </a:pPr>
            <a:r>
              <a:rPr b="1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15172272" y="6448224"/>
            <a:ext cx="2087028" cy="3109894"/>
          </a:xfrm>
          <a:custGeom>
            <a:rect b="b" l="l" r="r" t="t"/>
            <a:pathLst>
              <a:path extrusionOk="0" h="3109894" w="2087028">
                <a:moveTo>
                  <a:pt x="0" y="0"/>
                </a:moveTo>
                <a:lnTo>
                  <a:pt x="2087028" y="0"/>
                </a:lnTo>
                <a:lnTo>
                  <a:pt x="2087028" y="3109894"/>
                </a:lnTo>
                <a:lnTo>
                  <a:pt x="0" y="3109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14" name="Google Shape;114;p15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5" name="Google Shape;115;p15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16" name="Google Shape;116;p15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15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8" name="Google Shape;118;p15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9" name="Google Shape;119;p15"/>
          <p:cNvGrpSpPr/>
          <p:nvPr/>
        </p:nvGrpSpPr>
        <p:grpSpPr>
          <a:xfrm>
            <a:off x="540010" y="1789670"/>
            <a:ext cx="6707659" cy="6707659"/>
            <a:chOff x="0" y="0"/>
            <a:chExt cx="8943546" cy="8943546"/>
          </a:xfrm>
        </p:grpSpPr>
        <p:sp>
          <p:nvSpPr>
            <p:cNvPr id="120" name="Google Shape;120;p15"/>
            <p:cNvSpPr/>
            <p:nvPr/>
          </p:nvSpPr>
          <p:spPr>
            <a:xfrm>
              <a:off x="0" y="0"/>
              <a:ext cx="8943546" cy="8943546"/>
            </a:xfrm>
            <a:custGeom>
              <a:rect b="b" l="l" r="r" t="t"/>
              <a:pathLst>
                <a:path extrusionOk="0" h="8943546" w="8943546">
                  <a:moveTo>
                    <a:pt x="0" y="0"/>
                  </a:moveTo>
                  <a:lnTo>
                    <a:pt x="8943546" y="0"/>
                  </a:lnTo>
                  <a:lnTo>
                    <a:pt x="8943546" y="8943546"/>
                  </a:lnTo>
                  <a:lnTo>
                    <a:pt x="0" y="89435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1" name="Google Shape;121;p15"/>
            <p:cNvSpPr/>
            <p:nvPr/>
          </p:nvSpPr>
          <p:spPr>
            <a:xfrm>
              <a:off x="476944" y="476944"/>
              <a:ext cx="7989659" cy="7989659"/>
            </a:xfrm>
            <a:custGeom>
              <a:rect b="b" l="l" r="r" t="t"/>
              <a:pathLst>
                <a:path extrusionOk="0" h="7989659" w="7989659">
                  <a:moveTo>
                    <a:pt x="0" y="0"/>
                  </a:moveTo>
                  <a:lnTo>
                    <a:pt x="7989658" y="0"/>
                  </a:lnTo>
                  <a:lnTo>
                    <a:pt x="7989658" y="7989658"/>
                  </a:lnTo>
                  <a:lnTo>
                    <a:pt x="0" y="79896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22" name="Google Shape;122;p15"/>
          <p:cNvSpPr/>
          <p:nvPr/>
        </p:nvSpPr>
        <p:spPr>
          <a:xfrm>
            <a:off x="1003789" y="2310208"/>
            <a:ext cx="5648705" cy="5648705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42640" r="-4263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8094925" y="5035563"/>
            <a:ext cx="3632688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1" i="1" lang="en-US" sz="4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Anuncios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29" name="Google Shape;129;p16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0" name="Google Shape;130;p16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31" name="Google Shape;131;p16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2" name="Google Shape;132;p16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3" name="Google Shape;133;p16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4" name="Google Shape;134;p16"/>
          <p:cNvGrpSpPr/>
          <p:nvPr/>
        </p:nvGrpSpPr>
        <p:grpSpPr>
          <a:xfrm>
            <a:off x="540010" y="1789670"/>
            <a:ext cx="6707659" cy="6707659"/>
            <a:chOff x="0" y="0"/>
            <a:chExt cx="8943546" cy="8943546"/>
          </a:xfrm>
        </p:grpSpPr>
        <p:sp>
          <p:nvSpPr>
            <p:cNvPr id="135" name="Google Shape;135;p16"/>
            <p:cNvSpPr/>
            <p:nvPr/>
          </p:nvSpPr>
          <p:spPr>
            <a:xfrm>
              <a:off x="0" y="0"/>
              <a:ext cx="8943546" cy="8943546"/>
            </a:xfrm>
            <a:custGeom>
              <a:rect b="b" l="l" r="r" t="t"/>
              <a:pathLst>
                <a:path extrusionOk="0" h="8943546" w="8943546">
                  <a:moveTo>
                    <a:pt x="0" y="0"/>
                  </a:moveTo>
                  <a:lnTo>
                    <a:pt x="8943546" y="0"/>
                  </a:lnTo>
                  <a:lnTo>
                    <a:pt x="8943546" y="8943546"/>
                  </a:lnTo>
                  <a:lnTo>
                    <a:pt x="0" y="894354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16"/>
            <p:cNvSpPr/>
            <p:nvPr/>
          </p:nvSpPr>
          <p:spPr>
            <a:xfrm>
              <a:off x="476944" y="476944"/>
              <a:ext cx="7989659" cy="7989659"/>
            </a:xfrm>
            <a:custGeom>
              <a:rect b="b" l="l" r="r" t="t"/>
              <a:pathLst>
                <a:path extrusionOk="0" h="7989659" w="7989659">
                  <a:moveTo>
                    <a:pt x="0" y="0"/>
                  </a:moveTo>
                  <a:lnTo>
                    <a:pt x="7989658" y="0"/>
                  </a:lnTo>
                  <a:lnTo>
                    <a:pt x="7989658" y="7989658"/>
                  </a:lnTo>
                  <a:lnTo>
                    <a:pt x="0" y="79896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7" name="Google Shape;137;p16"/>
          <p:cNvSpPr/>
          <p:nvPr/>
        </p:nvSpPr>
        <p:spPr>
          <a:xfrm>
            <a:off x="1003789" y="2310208"/>
            <a:ext cx="5648705" cy="5648705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38884" r="-38881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8094925" y="4659326"/>
            <a:ext cx="7054388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1" i="1" lang="en-US" sz="4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Elementos básicos de almacenamiento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44" name="Google Shape;144;p17"/>
          <p:cNvSpPr/>
          <p:nvPr/>
        </p:nvSpPr>
        <p:spPr>
          <a:xfrm rot="-2308677">
            <a:off x="9237581" y="2396877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5" name="Google Shape;145;p17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46" name="Google Shape;146;p17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7" name="Google Shape;147;p17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8" name="Google Shape;148;p17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17"/>
          <p:cNvSpPr/>
          <p:nvPr/>
        </p:nvSpPr>
        <p:spPr>
          <a:xfrm>
            <a:off x="5328086" y="5687786"/>
            <a:ext cx="7631828" cy="3750347"/>
          </a:xfrm>
          <a:custGeom>
            <a:rect b="b" l="l" r="r" t="t"/>
            <a:pathLst>
              <a:path extrusionOk="0" h="3750347" w="7631828">
                <a:moveTo>
                  <a:pt x="0" y="0"/>
                </a:moveTo>
                <a:lnTo>
                  <a:pt x="7631828" y="0"/>
                </a:lnTo>
                <a:lnTo>
                  <a:pt x="7631828" y="3750346"/>
                </a:lnTo>
                <a:lnTo>
                  <a:pt x="0" y="37503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4052" l="0" r="0" t="-4051"/>
            </a:stretch>
          </a:blipFill>
          <a:ln>
            <a:noFill/>
          </a:ln>
        </p:spPr>
      </p:sp>
      <p:sp>
        <p:nvSpPr>
          <p:cNvPr id="150" name="Google Shape;150;p17"/>
          <p:cNvSpPr txBox="1"/>
          <p:nvPr/>
        </p:nvSpPr>
        <p:spPr>
          <a:xfrm>
            <a:off x="3686177" y="1373051"/>
            <a:ext cx="1091564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¿Qué son los elementos básicos de almacenamientos?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3531628" y="3368493"/>
            <a:ext cx="11385267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 Se refieren a los componentes esenciales y conceptos fundamentales que juegan un papel crucial en el almacenamiento y gestión de datos.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57" name="Google Shape;157;p18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8" name="Google Shape;158;p18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159" name="Google Shape;159;p18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0" name="Google Shape;160;p18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1" name="Google Shape;161;p18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8"/>
          <p:cNvSpPr/>
          <p:nvPr/>
        </p:nvSpPr>
        <p:spPr>
          <a:xfrm>
            <a:off x="11351941" y="4558332"/>
            <a:ext cx="5131837" cy="4114800"/>
          </a:xfrm>
          <a:custGeom>
            <a:rect b="b" l="l" r="r" t="t"/>
            <a:pathLst>
              <a:path extrusionOk="0" h="4114800" w="5131837">
                <a:moveTo>
                  <a:pt x="0" y="0"/>
                </a:moveTo>
                <a:lnTo>
                  <a:pt x="5131837" y="0"/>
                </a:lnTo>
                <a:lnTo>
                  <a:pt x="51318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18"/>
          <p:cNvSpPr txBox="1"/>
          <p:nvPr/>
        </p:nvSpPr>
        <p:spPr>
          <a:xfrm>
            <a:off x="3451366" y="3089807"/>
            <a:ext cx="10915646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¿Cuáles son los elementos básicos de almacenamientos?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3451366" y="5296676"/>
            <a:ext cx="11385267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Las unidades de Medida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Conocimiento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170" name="Google Shape;170;p19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19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9"/>
          <p:cNvSpPr/>
          <p:nvPr/>
        </p:nvSpPr>
        <p:spPr>
          <a:xfrm>
            <a:off x="8926759" y="646468"/>
            <a:ext cx="8998026" cy="8998026"/>
          </a:xfrm>
          <a:custGeom>
            <a:rect b="b" l="l" r="r" t="t"/>
            <a:pathLst>
              <a:path extrusionOk="0" h="8998026" w="8998026">
                <a:moveTo>
                  <a:pt x="0" y="0"/>
                </a:moveTo>
                <a:lnTo>
                  <a:pt x="8998027" y="0"/>
                </a:lnTo>
                <a:lnTo>
                  <a:pt x="8998027" y="8998027"/>
                </a:lnTo>
                <a:lnTo>
                  <a:pt x="0" y="89980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1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9"/>
          <p:cNvSpPr/>
          <p:nvPr/>
        </p:nvSpPr>
        <p:spPr>
          <a:xfrm>
            <a:off x="9467671" y="1185398"/>
            <a:ext cx="7916204" cy="7916204"/>
          </a:xfrm>
          <a:custGeom>
            <a:rect b="b" l="l" r="r" t="t"/>
            <a:pathLst>
              <a:path extrusionOk="0" h="7916204" w="7916204">
                <a:moveTo>
                  <a:pt x="0" y="0"/>
                </a:moveTo>
                <a:lnTo>
                  <a:pt x="7916203" y="0"/>
                </a:lnTo>
                <a:lnTo>
                  <a:pt x="7916203" y="7916204"/>
                </a:lnTo>
                <a:lnTo>
                  <a:pt x="0" y="7916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9"/>
          <p:cNvSpPr/>
          <p:nvPr/>
        </p:nvSpPr>
        <p:spPr>
          <a:xfrm>
            <a:off x="9641273" y="1355508"/>
            <a:ext cx="7550751" cy="7550751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7776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19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176" name="Google Shape;176;p19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7" name="Google Shape;177;p19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78" name="Google Shape;178;p19"/>
          <p:cNvSpPr txBox="1"/>
          <p:nvPr/>
        </p:nvSpPr>
        <p:spPr>
          <a:xfrm>
            <a:off x="1028700" y="3234034"/>
            <a:ext cx="647125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Historia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1116036" y="4498410"/>
            <a:ext cx="6296585" cy="4026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Antes de “bit” la unidades eran menos estándar.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Claude Shannon en 1948  introdujo el concepto de "bit".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IBM en 1956 crea IBM 704 una de las primeras computadoras comerciales en usar el termino “bit”.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grpSp>
        <p:nvGrpSpPr>
          <p:cNvPr id="185" name="Google Shape;185;p20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186" name="Google Shape;186;p20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7" name="Google Shape;187;p20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88" name="Google Shape;188;p20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9" name="Google Shape;189;p20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190" name="Google Shape;190;p20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1" name="Google Shape;191;p20"/>
          <p:cNvGrpSpPr/>
          <p:nvPr/>
        </p:nvGrpSpPr>
        <p:grpSpPr>
          <a:xfrm>
            <a:off x="359440" y="5364501"/>
            <a:ext cx="2042376" cy="2245489"/>
            <a:chOff x="0" y="-19050"/>
            <a:chExt cx="537910" cy="591404"/>
          </a:xfrm>
        </p:grpSpPr>
        <p:sp>
          <p:nvSpPr>
            <p:cNvPr id="192" name="Google Shape;192;p20"/>
            <p:cNvSpPr/>
            <p:nvPr/>
          </p:nvSpPr>
          <p:spPr>
            <a:xfrm>
              <a:off x="0" y="0"/>
              <a:ext cx="537910" cy="572354"/>
            </a:xfrm>
            <a:custGeom>
              <a:rect b="b" l="l" r="r" t="t"/>
              <a:pathLst>
                <a:path extrusionOk="0" h="572354" w="537910">
                  <a:moveTo>
                    <a:pt x="0" y="0"/>
                  </a:moveTo>
                  <a:lnTo>
                    <a:pt x="537910" y="0"/>
                  </a:lnTo>
                  <a:lnTo>
                    <a:pt x="537910" y="572354"/>
                  </a:lnTo>
                  <a:lnTo>
                    <a:pt x="0" y="572354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193" name="Google Shape;193;p20"/>
            <p:cNvSpPr txBox="1"/>
            <p:nvPr/>
          </p:nvSpPr>
          <p:spPr>
            <a:xfrm>
              <a:off x="0" y="-19050"/>
              <a:ext cx="537910" cy="591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20"/>
          <p:cNvSpPr/>
          <p:nvPr/>
        </p:nvSpPr>
        <p:spPr>
          <a:xfrm>
            <a:off x="570760" y="5673523"/>
            <a:ext cx="1545306" cy="1723337"/>
          </a:xfrm>
          <a:custGeom>
            <a:rect b="b" l="l" r="r" t="t"/>
            <a:pathLst>
              <a:path extrusionOk="0" h="1723337" w="1545306">
                <a:moveTo>
                  <a:pt x="0" y="0"/>
                </a:moveTo>
                <a:lnTo>
                  <a:pt x="1545306" y="0"/>
                </a:lnTo>
                <a:lnTo>
                  <a:pt x="1545306" y="1723336"/>
                </a:lnTo>
                <a:lnTo>
                  <a:pt x="0" y="1723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20"/>
          <p:cNvGrpSpPr/>
          <p:nvPr/>
        </p:nvGrpSpPr>
        <p:grpSpPr>
          <a:xfrm>
            <a:off x="2822656" y="5351230"/>
            <a:ext cx="3234602" cy="2234566"/>
            <a:chOff x="0" y="-19050"/>
            <a:chExt cx="1003436" cy="693206"/>
          </a:xfrm>
        </p:grpSpPr>
        <p:sp>
          <p:nvSpPr>
            <p:cNvPr id="196" name="Google Shape;196;p20"/>
            <p:cNvSpPr/>
            <p:nvPr/>
          </p:nvSpPr>
          <p:spPr>
            <a:xfrm>
              <a:off x="0" y="0"/>
              <a:ext cx="1003436" cy="674156"/>
            </a:xfrm>
            <a:custGeom>
              <a:rect b="b" l="l" r="r" t="t"/>
              <a:pathLst>
                <a:path extrusionOk="0" h="674156" w="1003436">
                  <a:moveTo>
                    <a:pt x="0" y="0"/>
                  </a:moveTo>
                  <a:lnTo>
                    <a:pt x="1003436" y="0"/>
                  </a:lnTo>
                  <a:lnTo>
                    <a:pt x="1003436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197" name="Google Shape;197;p20"/>
            <p:cNvSpPr txBox="1"/>
            <p:nvPr/>
          </p:nvSpPr>
          <p:spPr>
            <a:xfrm>
              <a:off x="0" y="-19050"/>
              <a:ext cx="1003436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20"/>
          <p:cNvSpPr/>
          <p:nvPr/>
        </p:nvSpPr>
        <p:spPr>
          <a:xfrm>
            <a:off x="3016523" y="5602478"/>
            <a:ext cx="2826678" cy="1793479"/>
          </a:xfrm>
          <a:custGeom>
            <a:rect b="b" l="l" r="r" t="t"/>
            <a:pathLst>
              <a:path extrusionOk="0" h="1793479" w="2826678">
                <a:moveTo>
                  <a:pt x="0" y="0"/>
                </a:moveTo>
                <a:lnTo>
                  <a:pt x="2826678" y="0"/>
                </a:lnTo>
                <a:lnTo>
                  <a:pt x="2826678" y="1793479"/>
                </a:lnTo>
                <a:lnTo>
                  <a:pt x="0" y="17934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9" name="Google Shape;199;p20"/>
          <p:cNvGrpSpPr/>
          <p:nvPr/>
        </p:nvGrpSpPr>
        <p:grpSpPr>
          <a:xfrm>
            <a:off x="6478098" y="5388216"/>
            <a:ext cx="3234602" cy="2234566"/>
            <a:chOff x="0" y="-19050"/>
            <a:chExt cx="1003436" cy="693206"/>
          </a:xfrm>
        </p:grpSpPr>
        <p:sp>
          <p:nvSpPr>
            <p:cNvPr id="200" name="Google Shape;200;p20"/>
            <p:cNvSpPr/>
            <p:nvPr/>
          </p:nvSpPr>
          <p:spPr>
            <a:xfrm>
              <a:off x="0" y="0"/>
              <a:ext cx="1003436" cy="674156"/>
            </a:xfrm>
            <a:custGeom>
              <a:rect b="b" l="l" r="r" t="t"/>
              <a:pathLst>
                <a:path extrusionOk="0" h="674156" w="1003436">
                  <a:moveTo>
                    <a:pt x="0" y="0"/>
                  </a:moveTo>
                  <a:lnTo>
                    <a:pt x="1003436" y="0"/>
                  </a:lnTo>
                  <a:lnTo>
                    <a:pt x="1003436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01" name="Google Shape;201;p20"/>
            <p:cNvSpPr txBox="1"/>
            <p:nvPr/>
          </p:nvSpPr>
          <p:spPr>
            <a:xfrm>
              <a:off x="0" y="-19050"/>
              <a:ext cx="1003436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0"/>
          <p:cNvSpPr/>
          <p:nvPr/>
        </p:nvSpPr>
        <p:spPr>
          <a:xfrm>
            <a:off x="6628339" y="5698661"/>
            <a:ext cx="2934121" cy="1700669"/>
          </a:xfrm>
          <a:custGeom>
            <a:rect b="b" l="l" r="r" t="t"/>
            <a:pathLst>
              <a:path extrusionOk="0" h="1700669" w="2934121">
                <a:moveTo>
                  <a:pt x="0" y="0"/>
                </a:moveTo>
                <a:lnTo>
                  <a:pt x="2934121" y="0"/>
                </a:lnTo>
                <a:lnTo>
                  <a:pt x="2934121" y="1700668"/>
                </a:lnTo>
                <a:lnTo>
                  <a:pt x="0" y="1700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20"/>
          <p:cNvGrpSpPr/>
          <p:nvPr/>
        </p:nvGrpSpPr>
        <p:grpSpPr>
          <a:xfrm>
            <a:off x="10131801" y="5351230"/>
            <a:ext cx="1968318" cy="2234566"/>
            <a:chOff x="0" y="-19050"/>
            <a:chExt cx="610610" cy="693206"/>
          </a:xfrm>
        </p:grpSpPr>
        <p:sp>
          <p:nvSpPr>
            <p:cNvPr id="204" name="Google Shape;204;p20"/>
            <p:cNvSpPr/>
            <p:nvPr/>
          </p:nvSpPr>
          <p:spPr>
            <a:xfrm>
              <a:off x="0" y="0"/>
              <a:ext cx="610610" cy="674156"/>
            </a:xfrm>
            <a:custGeom>
              <a:rect b="b" l="l" r="r" t="t"/>
              <a:pathLst>
                <a:path extrusionOk="0" h="674156" w="610610">
                  <a:moveTo>
                    <a:pt x="0" y="0"/>
                  </a:moveTo>
                  <a:lnTo>
                    <a:pt x="610610" y="0"/>
                  </a:lnTo>
                  <a:lnTo>
                    <a:pt x="610610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05" name="Google Shape;205;p20"/>
            <p:cNvSpPr txBox="1"/>
            <p:nvPr/>
          </p:nvSpPr>
          <p:spPr>
            <a:xfrm>
              <a:off x="0" y="-19050"/>
              <a:ext cx="610610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20"/>
          <p:cNvSpPr/>
          <p:nvPr/>
        </p:nvSpPr>
        <p:spPr>
          <a:xfrm>
            <a:off x="10455652" y="5661675"/>
            <a:ext cx="1320615" cy="1705794"/>
          </a:xfrm>
          <a:custGeom>
            <a:rect b="b" l="l" r="r" t="t"/>
            <a:pathLst>
              <a:path extrusionOk="0" h="1705794" w="1320615">
                <a:moveTo>
                  <a:pt x="0" y="0"/>
                </a:moveTo>
                <a:lnTo>
                  <a:pt x="1320615" y="0"/>
                </a:lnTo>
                <a:lnTo>
                  <a:pt x="1320615" y="1705794"/>
                </a:lnTo>
                <a:lnTo>
                  <a:pt x="0" y="1705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20"/>
          <p:cNvSpPr txBox="1"/>
          <p:nvPr/>
        </p:nvSpPr>
        <p:spPr>
          <a:xfrm>
            <a:off x="0" y="7984121"/>
            <a:ext cx="2964926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886022" y="7993646"/>
            <a:ext cx="3637278" cy="35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722069" y="7993646"/>
            <a:ext cx="4746661" cy="33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KILOBYTE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9288916" y="7993646"/>
            <a:ext cx="3654087" cy="33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MEGABYTE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994738" y="981075"/>
            <a:ext cx="12282724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Unidades de Medida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380628" y="2421319"/>
            <a:ext cx="15510944" cy="1757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Así como empleamos medidas para determinar el tamaño o las dimensiones físicas de objetos, también existen unidades de medida específicas que nos permiten cuantificar la capacidad de almacenamiento de información o procesamiento de datos.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>
            <a:off x="12519219" y="5375424"/>
            <a:ext cx="2532715" cy="2234566"/>
            <a:chOff x="0" y="-19050"/>
            <a:chExt cx="785697" cy="693206"/>
          </a:xfrm>
        </p:grpSpPr>
        <p:sp>
          <p:nvSpPr>
            <p:cNvPr id="214" name="Google Shape;214;p20"/>
            <p:cNvSpPr/>
            <p:nvPr/>
          </p:nvSpPr>
          <p:spPr>
            <a:xfrm>
              <a:off x="0" y="0"/>
              <a:ext cx="785697" cy="674156"/>
            </a:xfrm>
            <a:custGeom>
              <a:rect b="b" l="l" r="r" t="t"/>
              <a:pathLst>
                <a:path extrusionOk="0" h="674156" w="785697">
                  <a:moveTo>
                    <a:pt x="0" y="0"/>
                  </a:moveTo>
                  <a:lnTo>
                    <a:pt x="785697" y="0"/>
                  </a:lnTo>
                  <a:lnTo>
                    <a:pt x="785697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15" name="Google Shape;215;p20"/>
            <p:cNvSpPr txBox="1"/>
            <p:nvPr/>
          </p:nvSpPr>
          <p:spPr>
            <a:xfrm>
              <a:off x="0" y="-19050"/>
              <a:ext cx="785697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20"/>
          <p:cNvSpPr/>
          <p:nvPr/>
        </p:nvSpPr>
        <p:spPr>
          <a:xfrm>
            <a:off x="12804969" y="5992738"/>
            <a:ext cx="1909016" cy="1112514"/>
          </a:xfrm>
          <a:custGeom>
            <a:rect b="b" l="l" r="r" t="t"/>
            <a:pathLst>
              <a:path extrusionOk="0" h="1112514" w="1909016">
                <a:moveTo>
                  <a:pt x="0" y="0"/>
                </a:moveTo>
                <a:lnTo>
                  <a:pt x="1909015" y="0"/>
                </a:lnTo>
                <a:lnTo>
                  <a:pt x="1909015" y="1112514"/>
                </a:lnTo>
                <a:lnTo>
                  <a:pt x="0" y="11125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-20541" t="0"/>
            </a:stretch>
          </a:blipFill>
          <a:ln>
            <a:noFill/>
          </a:ln>
        </p:spPr>
      </p:sp>
      <p:sp>
        <p:nvSpPr>
          <p:cNvPr id="217" name="Google Shape;217;p20"/>
          <p:cNvSpPr txBox="1"/>
          <p:nvPr/>
        </p:nvSpPr>
        <p:spPr>
          <a:xfrm>
            <a:off x="12157606" y="7974342"/>
            <a:ext cx="3637278" cy="35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GIGABYTE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20"/>
          <p:cNvGrpSpPr/>
          <p:nvPr/>
        </p:nvGrpSpPr>
        <p:grpSpPr>
          <a:xfrm>
            <a:off x="15471034" y="5364383"/>
            <a:ext cx="2671342" cy="2221413"/>
            <a:chOff x="0" y="-19050"/>
            <a:chExt cx="833609" cy="693206"/>
          </a:xfrm>
        </p:grpSpPr>
        <p:sp>
          <p:nvSpPr>
            <p:cNvPr id="219" name="Google Shape;219;p20"/>
            <p:cNvSpPr/>
            <p:nvPr/>
          </p:nvSpPr>
          <p:spPr>
            <a:xfrm>
              <a:off x="0" y="0"/>
              <a:ext cx="833609" cy="674156"/>
            </a:xfrm>
            <a:custGeom>
              <a:rect b="b" l="l" r="r" t="t"/>
              <a:pathLst>
                <a:path extrusionOk="0" h="674156" w="833609">
                  <a:moveTo>
                    <a:pt x="0" y="0"/>
                  </a:moveTo>
                  <a:lnTo>
                    <a:pt x="833609" y="0"/>
                  </a:lnTo>
                  <a:lnTo>
                    <a:pt x="833609" y="674156"/>
                  </a:lnTo>
                  <a:lnTo>
                    <a:pt x="0" y="674156"/>
                  </a:lnTo>
                  <a:close/>
                </a:path>
              </a:pathLst>
            </a:custGeom>
            <a:solidFill>
              <a:srgbClr val="262F54"/>
            </a:solidFill>
            <a:ln>
              <a:noFill/>
            </a:ln>
          </p:spPr>
        </p:sp>
        <p:sp>
          <p:nvSpPr>
            <p:cNvPr id="220" name="Google Shape;220;p20"/>
            <p:cNvSpPr txBox="1"/>
            <p:nvPr/>
          </p:nvSpPr>
          <p:spPr>
            <a:xfrm>
              <a:off x="0" y="-19050"/>
              <a:ext cx="833609" cy="6932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11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p20"/>
          <p:cNvSpPr/>
          <p:nvPr/>
        </p:nvSpPr>
        <p:spPr>
          <a:xfrm>
            <a:off x="15794884" y="5775913"/>
            <a:ext cx="1997372" cy="1520580"/>
          </a:xfrm>
          <a:custGeom>
            <a:rect b="b" l="l" r="r" t="t"/>
            <a:pathLst>
              <a:path extrusionOk="0" h="1520580" w="1997372">
                <a:moveTo>
                  <a:pt x="0" y="0"/>
                </a:moveTo>
                <a:lnTo>
                  <a:pt x="1997372" y="0"/>
                </a:lnTo>
                <a:lnTo>
                  <a:pt x="1997372" y="1520580"/>
                </a:lnTo>
                <a:lnTo>
                  <a:pt x="0" y="1520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20"/>
          <p:cNvSpPr txBox="1"/>
          <p:nvPr/>
        </p:nvSpPr>
        <p:spPr>
          <a:xfrm>
            <a:off x="14518242" y="7993646"/>
            <a:ext cx="4746661" cy="33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TERABYTE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228" name="Google Shape;228;p21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21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0" name="Google Shape;230;p21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31" name="Google Shape;231;p21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2" name="Google Shape;232;p21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33" name="Google Shape;233;p21"/>
          <p:cNvSpPr txBox="1"/>
          <p:nvPr/>
        </p:nvSpPr>
        <p:spPr>
          <a:xfrm>
            <a:off x="1028700" y="3971994"/>
            <a:ext cx="10222767" cy="36263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 la unidad mínima de información empleada en informática.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Este puede utilizarse para representar dos valores: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0 y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Apagado y Encendido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Verdadero y Falso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Abierto y Cerrado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15379132" y="6061758"/>
            <a:ext cx="1880168" cy="3547486"/>
          </a:xfrm>
          <a:custGeom>
            <a:rect b="b" l="l" r="r" t="t"/>
            <a:pathLst>
              <a:path extrusionOk="0" h="3547486" w="1880168">
                <a:moveTo>
                  <a:pt x="0" y="0"/>
                </a:moveTo>
                <a:lnTo>
                  <a:pt x="1880168" y="0"/>
                </a:lnTo>
                <a:lnTo>
                  <a:pt x="1880168" y="3547486"/>
                </a:lnTo>
                <a:lnTo>
                  <a:pt x="0" y="3547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5" name="Google Shape;235;p21"/>
          <p:cNvSpPr txBox="1"/>
          <p:nvPr/>
        </p:nvSpPr>
        <p:spPr>
          <a:xfrm>
            <a:off x="5053984" y="2707490"/>
            <a:ext cx="217219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241" name="Google Shape;241;p22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22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3" name="Google Shape;243;p22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44" name="Google Shape;244;p22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5" name="Google Shape;245;p22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46" name="Google Shape;246;p22"/>
          <p:cNvSpPr/>
          <p:nvPr/>
        </p:nvSpPr>
        <p:spPr>
          <a:xfrm>
            <a:off x="14916895" y="7116828"/>
            <a:ext cx="1592951" cy="1619451"/>
          </a:xfrm>
          <a:custGeom>
            <a:rect b="b" l="l" r="r" t="t"/>
            <a:pathLst>
              <a:path extrusionOk="0" h="1619451" w="1592951">
                <a:moveTo>
                  <a:pt x="0" y="0"/>
                </a:moveTo>
                <a:lnTo>
                  <a:pt x="1592951" y="0"/>
                </a:lnTo>
                <a:lnTo>
                  <a:pt x="1592951" y="1619450"/>
                </a:lnTo>
                <a:lnTo>
                  <a:pt x="0" y="1619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22"/>
          <p:cNvSpPr txBox="1"/>
          <p:nvPr/>
        </p:nvSpPr>
        <p:spPr>
          <a:xfrm>
            <a:off x="1028700" y="3971994"/>
            <a:ext cx="10222767" cy="282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 un conjunto de  8 bits, de ahí su similitud con el concepto de “octeto”.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tamaño en bits de un byte se basa a su vez en la codificación de caracteres ASCII, en los cuales es posible representar cada uno de los caracteres de este como una cadena binaria equivalente a 1 byte.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5053984" y="2707490"/>
            <a:ext cx="217219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BYTE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14539639" y="8919845"/>
            <a:ext cx="2369106" cy="638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01000001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255" name="Google Shape;255;p23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3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7" name="Google Shape;257;p23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258" name="Google Shape;258;p23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9" name="Google Shape;259;p23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60" name="Google Shape;260;p23"/>
          <p:cNvSpPr/>
          <p:nvPr/>
        </p:nvSpPr>
        <p:spPr>
          <a:xfrm>
            <a:off x="15614441" y="6585981"/>
            <a:ext cx="1783166" cy="2672319"/>
          </a:xfrm>
          <a:custGeom>
            <a:rect b="b" l="l" r="r" t="t"/>
            <a:pathLst>
              <a:path extrusionOk="0" h="2672319" w="1783166">
                <a:moveTo>
                  <a:pt x="0" y="0"/>
                </a:moveTo>
                <a:lnTo>
                  <a:pt x="1783165" y="0"/>
                </a:lnTo>
                <a:lnTo>
                  <a:pt x="1783165" y="2672319"/>
                </a:lnTo>
                <a:lnTo>
                  <a:pt x="0" y="26723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p23"/>
          <p:cNvSpPr txBox="1"/>
          <p:nvPr/>
        </p:nvSpPr>
        <p:spPr>
          <a:xfrm>
            <a:off x="1028700" y="4695815"/>
            <a:ext cx="10222767" cy="2826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bit y el byte son las principales unidades de almacenamiento.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Al representar una cantidad grande de almacenamiento puede resultar demasiado complejo por esto mismo se usan los prefijos para representar grandes cantidades de manera mas sencilla.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3623120" y="2707490"/>
            <a:ext cx="503392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Otras 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268" name="Google Shape;268;p24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24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24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4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272" name="Google Shape;272;p24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24"/>
          <p:cNvSpPr/>
          <p:nvPr/>
        </p:nvSpPr>
        <p:spPr>
          <a:xfrm>
            <a:off x="5979223" y="2854141"/>
            <a:ext cx="6329554" cy="6404159"/>
          </a:xfrm>
          <a:custGeom>
            <a:rect b="b" l="l" r="r" t="t"/>
            <a:pathLst>
              <a:path extrusionOk="0" h="6404159" w="6329554">
                <a:moveTo>
                  <a:pt x="0" y="0"/>
                </a:moveTo>
                <a:lnTo>
                  <a:pt x="6329554" y="0"/>
                </a:lnTo>
                <a:lnTo>
                  <a:pt x="6329554" y="6404159"/>
                </a:lnTo>
                <a:lnTo>
                  <a:pt x="0" y="64041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77267" t="0"/>
            </a:stretch>
          </a:blipFill>
          <a:ln>
            <a:noFill/>
          </a:ln>
        </p:spPr>
      </p:sp>
      <p:sp>
        <p:nvSpPr>
          <p:cNvPr id="274" name="Google Shape;274;p24"/>
          <p:cNvSpPr txBox="1"/>
          <p:nvPr/>
        </p:nvSpPr>
        <p:spPr>
          <a:xfrm>
            <a:off x="3908316" y="1529947"/>
            <a:ext cx="104713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Tabla de Unidades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280" name="Google Shape;280;p25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25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25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25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284" name="Google Shape;284;p25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85" name="Google Shape;285;p25"/>
          <p:cNvGraphicFramePr/>
          <p:nvPr/>
        </p:nvGraphicFramePr>
        <p:xfrm>
          <a:off x="4278504" y="36094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{BBB674F5-93A2-4AAA-A591-59CC9542EEBA}</a:tableStyleId>
              </a:tblPr>
              <a:tblGrid>
                <a:gridCol w="3243675"/>
                <a:gridCol w="3243675"/>
                <a:gridCol w="3243675"/>
              </a:tblGrid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Unidad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Potencia de 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Cantidad de Bytes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TB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99"/>
                        <a:buFont typeface="Arial"/>
                        <a:buNone/>
                      </a:pPr>
                      <a:r>
                        <a:rPr lang="en-US" sz="2399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=10^12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6" name="Google Shape;286;p25"/>
          <p:cNvSpPr txBox="1"/>
          <p:nvPr/>
        </p:nvSpPr>
        <p:spPr>
          <a:xfrm>
            <a:off x="3908316" y="1379222"/>
            <a:ext cx="10471367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Tablas Unidades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Potencia de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292" name="Google Shape;292;p26"/>
          <p:cNvSpPr/>
          <p:nvPr/>
        </p:nvSpPr>
        <p:spPr>
          <a:xfrm rot="9451627">
            <a:off x="-1152667" y="-1825468"/>
            <a:ext cx="5343238" cy="4041431"/>
          </a:xfrm>
          <a:custGeom>
            <a:rect b="b" l="l" r="r" t="t"/>
            <a:pathLst>
              <a:path extrusionOk="0" h="4041431" w="5343238">
                <a:moveTo>
                  <a:pt x="0" y="0"/>
                </a:moveTo>
                <a:lnTo>
                  <a:pt x="5343238" y="0"/>
                </a:lnTo>
                <a:lnTo>
                  <a:pt x="5343238" y="4041431"/>
                </a:lnTo>
                <a:lnTo>
                  <a:pt x="0" y="4041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3" name="Google Shape;293;p26"/>
          <p:cNvSpPr/>
          <p:nvPr/>
        </p:nvSpPr>
        <p:spPr>
          <a:xfrm>
            <a:off x="-1421876" y="-3678699"/>
            <a:ext cx="5285099" cy="5256271"/>
          </a:xfrm>
          <a:custGeom>
            <a:rect b="b" l="l" r="r" t="t"/>
            <a:pathLst>
              <a:path extrusionOk="0" h="5256271" w="5285099">
                <a:moveTo>
                  <a:pt x="0" y="0"/>
                </a:moveTo>
                <a:lnTo>
                  <a:pt x="5285099" y="0"/>
                </a:lnTo>
                <a:lnTo>
                  <a:pt x="5285099" y="5256271"/>
                </a:lnTo>
                <a:lnTo>
                  <a:pt x="0" y="5256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4" name="Google Shape;294;p26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26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grpSp>
        <p:nvGrpSpPr>
          <p:cNvPr id="296" name="Google Shape;296;p26"/>
          <p:cNvGrpSpPr/>
          <p:nvPr/>
        </p:nvGrpSpPr>
        <p:grpSpPr>
          <a:xfrm>
            <a:off x="1230955" y="4506446"/>
            <a:ext cx="4837579" cy="4837579"/>
            <a:chOff x="0" y="0"/>
            <a:chExt cx="6450106" cy="6450106"/>
          </a:xfrm>
        </p:grpSpPr>
        <p:sp>
          <p:nvSpPr>
            <p:cNvPr id="297" name="Google Shape;297;p26"/>
            <p:cNvSpPr/>
            <p:nvPr/>
          </p:nvSpPr>
          <p:spPr>
            <a:xfrm>
              <a:off x="0" y="0"/>
              <a:ext cx="6450106" cy="6450106"/>
            </a:xfrm>
            <a:custGeom>
              <a:rect b="b" l="l" r="r" t="t"/>
              <a:pathLst>
                <a:path extrusionOk="0" h="6450106" w="6450106">
                  <a:moveTo>
                    <a:pt x="0" y="0"/>
                  </a:moveTo>
                  <a:lnTo>
                    <a:pt x="6450106" y="0"/>
                  </a:lnTo>
                  <a:lnTo>
                    <a:pt x="6450106" y="6450106"/>
                  </a:lnTo>
                  <a:lnTo>
                    <a:pt x="0" y="64501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298" name="Google Shape;298;p26"/>
            <p:cNvGrpSpPr/>
            <p:nvPr/>
          </p:nvGrpSpPr>
          <p:grpSpPr>
            <a:xfrm>
              <a:off x="627529" y="663164"/>
              <a:ext cx="5123778" cy="5123778"/>
              <a:chOff x="0" y="0"/>
              <a:chExt cx="495300" cy="495300"/>
            </a:xfrm>
          </p:grpSpPr>
          <p:sp>
            <p:nvSpPr>
              <p:cNvPr id="299" name="Google Shape;299;p2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rect b="b" l="l" r="r" t="t"/>
                <a:pathLst>
                  <a:path extrusionOk="0"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1B4A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2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rect b="b" l="l" r="r" t="t"/>
                <a:pathLst>
                  <a:path extrusionOk="0"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1" name="Google Shape;301;p26"/>
            <p:cNvSpPr/>
            <p:nvPr/>
          </p:nvSpPr>
          <p:spPr>
            <a:xfrm>
              <a:off x="828227" y="863861"/>
              <a:ext cx="4722383" cy="4722383"/>
            </a:xfrm>
            <a:custGeom>
              <a:rect b="b" l="l" r="r" t="t"/>
              <a:pathLst>
                <a:path extrusionOk="0" h="4722383" w="4722383">
                  <a:moveTo>
                    <a:pt x="0" y="0"/>
                  </a:moveTo>
                  <a:lnTo>
                    <a:pt x="4722383" y="0"/>
                  </a:lnTo>
                  <a:lnTo>
                    <a:pt x="4722383" y="4722383"/>
                  </a:lnTo>
                  <a:lnTo>
                    <a:pt x="0" y="4722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02" name="Google Shape;302;p26"/>
          <p:cNvSpPr txBox="1"/>
          <p:nvPr/>
        </p:nvSpPr>
        <p:spPr>
          <a:xfrm>
            <a:off x="1404263" y="5947726"/>
            <a:ext cx="4490964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Dato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4448110" y="2274102"/>
            <a:ext cx="104713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Tres Conceptos Claves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5" name="Google Shape;305;p26"/>
          <p:cNvGrpSpPr/>
          <p:nvPr/>
        </p:nvGrpSpPr>
        <p:grpSpPr>
          <a:xfrm>
            <a:off x="6735492" y="4506446"/>
            <a:ext cx="4837579" cy="4837579"/>
            <a:chOff x="0" y="0"/>
            <a:chExt cx="6450106" cy="6450106"/>
          </a:xfrm>
        </p:grpSpPr>
        <p:sp>
          <p:nvSpPr>
            <p:cNvPr id="306" name="Google Shape;306;p26"/>
            <p:cNvSpPr/>
            <p:nvPr/>
          </p:nvSpPr>
          <p:spPr>
            <a:xfrm>
              <a:off x="0" y="0"/>
              <a:ext cx="6450106" cy="6450106"/>
            </a:xfrm>
            <a:custGeom>
              <a:rect b="b" l="l" r="r" t="t"/>
              <a:pathLst>
                <a:path extrusionOk="0" h="6450106" w="6450106">
                  <a:moveTo>
                    <a:pt x="0" y="0"/>
                  </a:moveTo>
                  <a:lnTo>
                    <a:pt x="6450106" y="0"/>
                  </a:lnTo>
                  <a:lnTo>
                    <a:pt x="6450106" y="6450106"/>
                  </a:lnTo>
                  <a:lnTo>
                    <a:pt x="0" y="64501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07" name="Google Shape;307;p26"/>
            <p:cNvGrpSpPr/>
            <p:nvPr/>
          </p:nvGrpSpPr>
          <p:grpSpPr>
            <a:xfrm>
              <a:off x="627529" y="663164"/>
              <a:ext cx="5123778" cy="5123778"/>
              <a:chOff x="0" y="0"/>
              <a:chExt cx="495300" cy="495300"/>
            </a:xfrm>
          </p:grpSpPr>
          <p:sp>
            <p:nvSpPr>
              <p:cNvPr id="308" name="Google Shape;308;p2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rect b="b" l="l" r="r" t="t"/>
                <a:pathLst>
                  <a:path extrusionOk="0"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1B4A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2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rect b="b" l="l" r="r" t="t"/>
                <a:pathLst>
                  <a:path extrusionOk="0"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0" name="Google Shape;310;p26"/>
            <p:cNvSpPr/>
            <p:nvPr/>
          </p:nvSpPr>
          <p:spPr>
            <a:xfrm>
              <a:off x="828227" y="863861"/>
              <a:ext cx="4722383" cy="4722383"/>
            </a:xfrm>
            <a:custGeom>
              <a:rect b="b" l="l" r="r" t="t"/>
              <a:pathLst>
                <a:path extrusionOk="0" h="4722383" w="4722383">
                  <a:moveTo>
                    <a:pt x="0" y="0"/>
                  </a:moveTo>
                  <a:lnTo>
                    <a:pt x="4722383" y="0"/>
                  </a:lnTo>
                  <a:lnTo>
                    <a:pt x="4722383" y="4722383"/>
                  </a:lnTo>
                  <a:lnTo>
                    <a:pt x="0" y="4722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11" name="Google Shape;311;p26"/>
          <p:cNvSpPr txBox="1"/>
          <p:nvPr/>
        </p:nvSpPr>
        <p:spPr>
          <a:xfrm>
            <a:off x="7351002" y="5947726"/>
            <a:ext cx="3606559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26"/>
          <p:cNvGrpSpPr/>
          <p:nvPr/>
        </p:nvGrpSpPr>
        <p:grpSpPr>
          <a:xfrm>
            <a:off x="12209184" y="4506446"/>
            <a:ext cx="4837579" cy="4837579"/>
            <a:chOff x="0" y="0"/>
            <a:chExt cx="6450106" cy="6450106"/>
          </a:xfrm>
        </p:grpSpPr>
        <p:sp>
          <p:nvSpPr>
            <p:cNvPr id="313" name="Google Shape;313;p26"/>
            <p:cNvSpPr/>
            <p:nvPr/>
          </p:nvSpPr>
          <p:spPr>
            <a:xfrm>
              <a:off x="0" y="0"/>
              <a:ext cx="6450106" cy="6450106"/>
            </a:xfrm>
            <a:custGeom>
              <a:rect b="b" l="l" r="r" t="t"/>
              <a:pathLst>
                <a:path extrusionOk="0" h="6450106" w="6450106">
                  <a:moveTo>
                    <a:pt x="0" y="0"/>
                  </a:moveTo>
                  <a:lnTo>
                    <a:pt x="6450106" y="0"/>
                  </a:lnTo>
                  <a:lnTo>
                    <a:pt x="6450106" y="6450106"/>
                  </a:lnTo>
                  <a:lnTo>
                    <a:pt x="0" y="645010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grpSp>
          <p:nvGrpSpPr>
            <p:cNvPr id="314" name="Google Shape;314;p26"/>
            <p:cNvGrpSpPr/>
            <p:nvPr/>
          </p:nvGrpSpPr>
          <p:grpSpPr>
            <a:xfrm>
              <a:off x="627529" y="663164"/>
              <a:ext cx="5123778" cy="5123778"/>
              <a:chOff x="0" y="0"/>
              <a:chExt cx="495300" cy="495300"/>
            </a:xfrm>
          </p:grpSpPr>
          <p:sp>
            <p:nvSpPr>
              <p:cNvPr id="315" name="Google Shape;315;p2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rect b="b" l="l" r="r" t="t"/>
                <a:pathLst>
                  <a:path extrusionOk="0" h="495300" w="49530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1B4A9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rect b="b" l="l" r="r" t="t"/>
                <a:pathLst>
                  <a:path extrusionOk="0" h="419100" w="41910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7" name="Google Shape;317;p26"/>
            <p:cNvSpPr/>
            <p:nvPr/>
          </p:nvSpPr>
          <p:spPr>
            <a:xfrm>
              <a:off x="828227" y="863861"/>
              <a:ext cx="4722383" cy="4722383"/>
            </a:xfrm>
            <a:custGeom>
              <a:rect b="b" l="l" r="r" t="t"/>
              <a:pathLst>
                <a:path extrusionOk="0" h="4722383" w="4722383">
                  <a:moveTo>
                    <a:pt x="0" y="0"/>
                  </a:moveTo>
                  <a:lnTo>
                    <a:pt x="4722383" y="0"/>
                  </a:lnTo>
                  <a:lnTo>
                    <a:pt x="4722383" y="4722383"/>
                  </a:lnTo>
                  <a:lnTo>
                    <a:pt x="0" y="47223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18" name="Google Shape;318;p26"/>
          <p:cNvSpPr txBox="1"/>
          <p:nvPr/>
        </p:nvSpPr>
        <p:spPr>
          <a:xfrm>
            <a:off x="12808511" y="5744272"/>
            <a:ext cx="3638926" cy="425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Conocimiento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6"/>
          <p:cNvSpPr txBox="1"/>
          <p:nvPr/>
        </p:nvSpPr>
        <p:spPr>
          <a:xfrm>
            <a:off x="13030396" y="6151180"/>
            <a:ext cx="3164682" cy="189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7"/>
              <a:buFont typeface="Arial"/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una mezcla de experiencia,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7"/>
              <a:buFont typeface="Arial"/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valores, información que sirve como marco 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7"/>
              <a:buFont typeface="Arial"/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incorporación de nuevas experiencias 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7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7"/>
              <a:buFont typeface="Arial"/>
              <a:buNone/>
            </a:pPr>
            <a:r>
              <a:rPr b="0" i="0" lang="en-US" sz="1807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7594981" y="6613034"/>
            <a:ext cx="3082238" cy="1090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la agrupación de datos cuya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organización permite transmitir un significado.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6"/>
          <p:cNvSpPr txBox="1"/>
          <p:nvPr/>
        </p:nvSpPr>
        <p:spPr>
          <a:xfrm>
            <a:off x="2073301" y="6732097"/>
            <a:ext cx="3152886" cy="823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Por sí mismo tiene poca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9"/>
              <a:buFont typeface="Arial"/>
              <a:buNone/>
            </a:pPr>
            <a:r>
              <a:rPr b="0" i="0" lang="en-US" sz="180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ninguna relevancia o propósito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grpSp>
        <p:nvGrpSpPr>
          <p:cNvPr id="327" name="Google Shape;327;p27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328" name="Google Shape;328;p27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9" name="Google Shape;329;p27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30" name="Google Shape;330;p27"/>
          <p:cNvSpPr/>
          <p:nvPr/>
        </p:nvSpPr>
        <p:spPr>
          <a:xfrm rot="-2308677">
            <a:off x="10033075" y="2145668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27"/>
          <p:cNvSpPr/>
          <p:nvPr/>
        </p:nvSpPr>
        <p:spPr>
          <a:xfrm>
            <a:off x="17981351" y="9071880"/>
            <a:ext cx="322049" cy="1215120"/>
          </a:xfrm>
          <a:custGeom>
            <a:rect b="b" l="l" r="r" t="t"/>
            <a:pathLst>
              <a:path extrusionOk="0" h="754960" w="200091">
                <a:moveTo>
                  <a:pt x="0" y="0"/>
                </a:moveTo>
                <a:lnTo>
                  <a:pt x="200091" y="0"/>
                </a:lnTo>
                <a:lnTo>
                  <a:pt x="200091" y="754960"/>
                </a:lnTo>
                <a:lnTo>
                  <a:pt x="0" y="754960"/>
                </a:lnTo>
                <a:close/>
              </a:path>
            </a:pathLst>
          </a:custGeom>
          <a:solidFill>
            <a:srgbClr val="1B4A9B"/>
          </a:solidFill>
          <a:ln>
            <a:noFill/>
          </a:ln>
        </p:spPr>
      </p:sp>
      <p:sp>
        <p:nvSpPr>
          <p:cNvPr id="332" name="Google Shape;332;p27"/>
          <p:cNvSpPr/>
          <p:nvPr/>
        </p:nvSpPr>
        <p:spPr>
          <a:xfrm>
            <a:off x="17046764" y="3182967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3" name="Google Shape;333;p27"/>
          <p:cNvGrpSpPr/>
          <p:nvPr/>
        </p:nvGrpSpPr>
        <p:grpSpPr>
          <a:xfrm>
            <a:off x="677610" y="2992467"/>
            <a:ext cx="4783600" cy="4783600"/>
            <a:chOff x="0" y="0"/>
            <a:chExt cx="6378133" cy="6378133"/>
          </a:xfrm>
        </p:grpSpPr>
        <p:sp>
          <p:nvSpPr>
            <p:cNvPr id="334" name="Google Shape;334;p27"/>
            <p:cNvSpPr/>
            <p:nvPr/>
          </p:nvSpPr>
          <p:spPr>
            <a:xfrm>
              <a:off x="0" y="0"/>
              <a:ext cx="6378133" cy="6378133"/>
            </a:xfrm>
            <a:custGeom>
              <a:rect b="b" l="l" r="r" t="t"/>
              <a:pathLst>
                <a:path extrusionOk="0" h="6378133" w="6378133">
                  <a:moveTo>
                    <a:pt x="0" y="0"/>
                  </a:moveTo>
                  <a:lnTo>
                    <a:pt x="6378133" y="0"/>
                  </a:lnTo>
                  <a:lnTo>
                    <a:pt x="6378133" y="6378133"/>
                  </a:lnTo>
                  <a:lnTo>
                    <a:pt x="0" y="6378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35" name="Google Shape;335;p27"/>
            <p:cNvSpPr/>
            <p:nvPr/>
          </p:nvSpPr>
          <p:spPr>
            <a:xfrm>
              <a:off x="331899" y="390321"/>
              <a:ext cx="5597491" cy="5597491"/>
            </a:xfrm>
            <a:custGeom>
              <a:rect b="b" l="l" r="r" t="t"/>
              <a:pathLst>
                <a:path extrusionOk="0" h="5597491" w="5597491">
                  <a:moveTo>
                    <a:pt x="0" y="0"/>
                  </a:moveTo>
                  <a:lnTo>
                    <a:pt x="5597491" y="0"/>
                  </a:lnTo>
                  <a:lnTo>
                    <a:pt x="5597491" y="5597491"/>
                  </a:lnTo>
                  <a:lnTo>
                    <a:pt x="0" y="5597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36" name="Google Shape;336;p27"/>
          <p:cNvSpPr/>
          <p:nvPr/>
        </p:nvSpPr>
        <p:spPr>
          <a:xfrm>
            <a:off x="1200854" y="3555427"/>
            <a:ext cx="3643592" cy="3643592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20828" l="-28460" r="-34832" t="-12472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7203135" y="3448506"/>
            <a:ext cx="3856609" cy="3856609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25662" l="-42473" r="-44772" t="-1569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8" name="Google Shape;338;p27"/>
          <p:cNvGrpSpPr/>
          <p:nvPr/>
        </p:nvGrpSpPr>
        <p:grpSpPr>
          <a:xfrm>
            <a:off x="12831200" y="2930662"/>
            <a:ext cx="4783600" cy="4783600"/>
            <a:chOff x="0" y="0"/>
            <a:chExt cx="6378133" cy="6378133"/>
          </a:xfrm>
        </p:grpSpPr>
        <p:sp>
          <p:nvSpPr>
            <p:cNvPr id="339" name="Google Shape;339;p27"/>
            <p:cNvSpPr/>
            <p:nvPr/>
          </p:nvSpPr>
          <p:spPr>
            <a:xfrm>
              <a:off x="0" y="0"/>
              <a:ext cx="6378133" cy="6378133"/>
            </a:xfrm>
            <a:custGeom>
              <a:rect b="b" l="l" r="r" t="t"/>
              <a:pathLst>
                <a:path extrusionOk="0" h="6378133" w="6378133">
                  <a:moveTo>
                    <a:pt x="0" y="0"/>
                  </a:moveTo>
                  <a:lnTo>
                    <a:pt x="6378133" y="0"/>
                  </a:lnTo>
                  <a:lnTo>
                    <a:pt x="6378133" y="6378133"/>
                  </a:lnTo>
                  <a:lnTo>
                    <a:pt x="0" y="6378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0" name="Google Shape;340;p27"/>
            <p:cNvSpPr/>
            <p:nvPr/>
          </p:nvSpPr>
          <p:spPr>
            <a:xfrm>
              <a:off x="331899" y="390321"/>
              <a:ext cx="5597491" cy="5597491"/>
            </a:xfrm>
            <a:custGeom>
              <a:rect b="b" l="l" r="r" t="t"/>
              <a:pathLst>
                <a:path extrusionOk="0" h="5597491" w="5597491">
                  <a:moveTo>
                    <a:pt x="0" y="0"/>
                  </a:moveTo>
                  <a:lnTo>
                    <a:pt x="5597491" y="0"/>
                  </a:lnTo>
                  <a:lnTo>
                    <a:pt x="5597491" y="5597491"/>
                  </a:lnTo>
                  <a:lnTo>
                    <a:pt x="0" y="5597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41" name="Google Shape;341;p27"/>
          <p:cNvSpPr/>
          <p:nvPr/>
        </p:nvSpPr>
        <p:spPr>
          <a:xfrm>
            <a:off x="13329389" y="3426112"/>
            <a:ext cx="3778092" cy="3778092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-10074" r="-10073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7"/>
          <p:cNvSpPr txBox="1"/>
          <p:nvPr/>
        </p:nvSpPr>
        <p:spPr>
          <a:xfrm>
            <a:off x="1586948" y="8136848"/>
            <a:ext cx="2964926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0" i="0" lang="en-US" sz="2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7434491" y="8175456"/>
            <a:ext cx="3637278" cy="358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12940441" y="8197554"/>
            <a:ext cx="4746661" cy="6628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rPr b="0" i="0" lang="en-US" sz="21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Conocimiento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8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None/>
            </a:pPr>
            <a:r>
              <a:t/>
            </a:r>
            <a:endParaRPr b="0" i="0" sz="2199" u="none" cap="none" strike="noStrike">
              <a:solidFill>
                <a:srgbClr val="1B4A9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27"/>
          <p:cNvSpPr txBox="1"/>
          <p:nvPr/>
        </p:nvSpPr>
        <p:spPr>
          <a:xfrm>
            <a:off x="7738197" y="1315818"/>
            <a:ext cx="3029867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1" lang="en-US" sz="5000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6" name="Google Shape;346;p27"/>
          <p:cNvGrpSpPr/>
          <p:nvPr/>
        </p:nvGrpSpPr>
        <p:grpSpPr>
          <a:xfrm>
            <a:off x="6752200" y="2992467"/>
            <a:ext cx="4783600" cy="4783600"/>
            <a:chOff x="0" y="0"/>
            <a:chExt cx="6378133" cy="6378133"/>
          </a:xfrm>
        </p:grpSpPr>
        <p:sp>
          <p:nvSpPr>
            <p:cNvPr id="347" name="Google Shape;347;p27"/>
            <p:cNvSpPr/>
            <p:nvPr/>
          </p:nvSpPr>
          <p:spPr>
            <a:xfrm>
              <a:off x="0" y="0"/>
              <a:ext cx="6378133" cy="6378133"/>
            </a:xfrm>
            <a:custGeom>
              <a:rect b="b" l="l" r="r" t="t"/>
              <a:pathLst>
                <a:path extrusionOk="0" h="6378133" w="6378133">
                  <a:moveTo>
                    <a:pt x="0" y="0"/>
                  </a:moveTo>
                  <a:lnTo>
                    <a:pt x="6378133" y="0"/>
                  </a:lnTo>
                  <a:lnTo>
                    <a:pt x="6378133" y="6378133"/>
                  </a:lnTo>
                  <a:lnTo>
                    <a:pt x="0" y="63781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8" name="Google Shape;348;p27"/>
            <p:cNvSpPr/>
            <p:nvPr/>
          </p:nvSpPr>
          <p:spPr>
            <a:xfrm>
              <a:off x="331899" y="390321"/>
              <a:ext cx="5597491" cy="5597491"/>
            </a:xfrm>
            <a:custGeom>
              <a:rect b="b" l="l" r="r" t="t"/>
              <a:pathLst>
                <a:path extrusionOk="0" h="5597491" w="5597491">
                  <a:moveTo>
                    <a:pt x="0" y="0"/>
                  </a:moveTo>
                  <a:lnTo>
                    <a:pt x="5597491" y="0"/>
                  </a:lnTo>
                  <a:lnTo>
                    <a:pt x="5597491" y="5597491"/>
                  </a:lnTo>
                  <a:lnTo>
                    <a:pt x="0" y="559749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354" name="Google Shape;354;p28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5" name="Google Shape;355;p28"/>
          <p:cNvGrpSpPr/>
          <p:nvPr/>
        </p:nvGrpSpPr>
        <p:grpSpPr>
          <a:xfrm rot="9869556">
            <a:off x="14835267" y="6905787"/>
            <a:ext cx="6482297" cy="6762426"/>
            <a:chOff x="0" y="0"/>
            <a:chExt cx="8643063" cy="9016568"/>
          </a:xfrm>
        </p:grpSpPr>
        <p:sp>
          <p:nvSpPr>
            <p:cNvPr id="356" name="Google Shape;356;p28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57" name="Google Shape;357;p28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58" name="Google Shape;358;p28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9" name="Google Shape;359;p28"/>
          <p:cNvSpPr txBox="1"/>
          <p:nvPr/>
        </p:nvSpPr>
        <p:spPr>
          <a:xfrm>
            <a:off x="11430139" y="545720"/>
            <a:ext cx="685786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Principales Características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0" name="Google Shape;360;p28"/>
          <p:cNvGrpSpPr/>
          <p:nvPr/>
        </p:nvGrpSpPr>
        <p:grpSpPr>
          <a:xfrm>
            <a:off x="211000" y="-48746"/>
            <a:ext cx="10384491" cy="10384491"/>
            <a:chOff x="0" y="0"/>
            <a:chExt cx="13845988" cy="13845988"/>
          </a:xfrm>
        </p:grpSpPr>
        <p:sp>
          <p:nvSpPr>
            <p:cNvPr id="361" name="Google Shape;361;p28"/>
            <p:cNvSpPr/>
            <p:nvPr/>
          </p:nvSpPr>
          <p:spPr>
            <a:xfrm>
              <a:off x="0" y="0"/>
              <a:ext cx="13845988" cy="13845988"/>
            </a:xfrm>
            <a:custGeom>
              <a:rect b="b" l="l" r="r" t="t"/>
              <a:pathLst>
                <a:path extrusionOk="0" h="13845988" w="13845988">
                  <a:moveTo>
                    <a:pt x="0" y="0"/>
                  </a:moveTo>
                  <a:lnTo>
                    <a:pt x="13845988" y="0"/>
                  </a:lnTo>
                  <a:lnTo>
                    <a:pt x="13845988" y="13845988"/>
                  </a:lnTo>
                  <a:lnTo>
                    <a:pt x="0" y="138459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62" name="Google Shape;362;p28"/>
            <p:cNvSpPr/>
            <p:nvPr/>
          </p:nvSpPr>
          <p:spPr>
            <a:xfrm>
              <a:off x="738382" y="738382"/>
              <a:ext cx="12369224" cy="12369224"/>
            </a:xfrm>
            <a:custGeom>
              <a:rect b="b" l="l" r="r" t="t"/>
              <a:pathLst>
                <a:path extrusionOk="0" h="12369224" w="12369224">
                  <a:moveTo>
                    <a:pt x="0" y="0"/>
                  </a:moveTo>
                  <a:lnTo>
                    <a:pt x="12369224" y="0"/>
                  </a:lnTo>
                  <a:lnTo>
                    <a:pt x="12369224" y="12369224"/>
                  </a:lnTo>
                  <a:lnTo>
                    <a:pt x="0" y="12369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63" name="Google Shape;363;p28"/>
          <p:cNvSpPr/>
          <p:nvPr/>
        </p:nvSpPr>
        <p:spPr>
          <a:xfrm>
            <a:off x="998078" y="733941"/>
            <a:ext cx="8789098" cy="8789098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5467" r="-25467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8"/>
          <p:cNvSpPr txBox="1"/>
          <p:nvPr/>
        </p:nvSpPr>
        <p:spPr>
          <a:xfrm>
            <a:off x="11181593" y="1917320"/>
            <a:ext cx="6296585" cy="2990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Son representaciones simbólicas.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Por sí solos no tienen significado.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No pueden transmitir un mensaje.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8"/>
          <p:cNvSpPr txBox="1"/>
          <p:nvPr/>
        </p:nvSpPr>
        <p:spPr>
          <a:xfrm>
            <a:off x="10900955" y="6032120"/>
            <a:ext cx="6857861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Clasificación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8"/>
          <p:cNvSpPr txBox="1"/>
          <p:nvPr/>
        </p:nvSpPr>
        <p:spPr>
          <a:xfrm>
            <a:off x="11181593" y="6762750"/>
            <a:ext cx="6296585" cy="2495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Cualitativos: Estos indican cualidades.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Cuantitativos: Estos hacen referencia a la característica numérica.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9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372" name="Google Shape;372;p29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3" name="Google Shape;373;p29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374" name="Google Shape;374;p29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5" name="Google Shape;375;p29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76" name="Google Shape;376;p29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7" name="Google Shape;377;p29"/>
          <p:cNvSpPr txBox="1"/>
          <p:nvPr/>
        </p:nvSpPr>
        <p:spPr>
          <a:xfrm>
            <a:off x="10770530" y="2680615"/>
            <a:ext cx="6857861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1" lang="en-US" sz="3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Características de la información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29"/>
          <p:cNvGrpSpPr/>
          <p:nvPr/>
        </p:nvGrpSpPr>
        <p:grpSpPr>
          <a:xfrm>
            <a:off x="211000" y="-48746"/>
            <a:ext cx="10384491" cy="10384491"/>
            <a:chOff x="0" y="0"/>
            <a:chExt cx="13845988" cy="13845988"/>
          </a:xfrm>
        </p:grpSpPr>
        <p:sp>
          <p:nvSpPr>
            <p:cNvPr id="379" name="Google Shape;379;p29"/>
            <p:cNvSpPr/>
            <p:nvPr/>
          </p:nvSpPr>
          <p:spPr>
            <a:xfrm>
              <a:off x="0" y="0"/>
              <a:ext cx="13845988" cy="13845988"/>
            </a:xfrm>
            <a:custGeom>
              <a:rect b="b" l="l" r="r" t="t"/>
              <a:pathLst>
                <a:path extrusionOk="0" h="13845988" w="13845988">
                  <a:moveTo>
                    <a:pt x="0" y="0"/>
                  </a:moveTo>
                  <a:lnTo>
                    <a:pt x="13845988" y="0"/>
                  </a:lnTo>
                  <a:lnTo>
                    <a:pt x="13845988" y="13845988"/>
                  </a:lnTo>
                  <a:lnTo>
                    <a:pt x="0" y="1384598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 amt="12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0" name="Google Shape;380;p29"/>
            <p:cNvSpPr/>
            <p:nvPr/>
          </p:nvSpPr>
          <p:spPr>
            <a:xfrm>
              <a:off x="738382" y="738382"/>
              <a:ext cx="12369224" cy="12369224"/>
            </a:xfrm>
            <a:custGeom>
              <a:rect b="b" l="l" r="r" t="t"/>
              <a:pathLst>
                <a:path extrusionOk="0" h="12369224" w="12369224">
                  <a:moveTo>
                    <a:pt x="0" y="0"/>
                  </a:moveTo>
                  <a:lnTo>
                    <a:pt x="12369224" y="0"/>
                  </a:lnTo>
                  <a:lnTo>
                    <a:pt x="12369224" y="12369224"/>
                  </a:lnTo>
                  <a:lnTo>
                    <a:pt x="0" y="12369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81" name="Google Shape;381;p29"/>
          <p:cNvSpPr/>
          <p:nvPr/>
        </p:nvSpPr>
        <p:spPr>
          <a:xfrm>
            <a:off x="998078" y="733941"/>
            <a:ext cx="8789098" cy="8789098"/>
          </a:xfrm>
          <a:custGeom>
            <a:rect b="b" l="l" r="r" t="t"/>
            <a:pathLst>
              <a:path extrusionOk="0" h="5255260" w="5255260">
                <a:moveTo>
                  <a:pt x="2627630" y="0"/>
                </a:moveTo>
                <a:cubicBezTo>
                  <a:pt x="1176430" y="0"/>
                  <a:pt x="0" y="1176430"/>
                  <a:pt x="0" y="2627630"/>
                </a:cubicBezTo>
                <a:cubicBezTo>
                  <a:pt x="0" y="4078830"/>
                  <a:pt x="1176430" y="5255260"/>
                  <a:pt x="2627630" y="5255260"/>
                </a:cubicBezTo>
                <a:cubicBezTo>
                  <a:pt x="4078830" y="5255260"/>
                  <a:pt x="5255260" y="4078830"/>
                  <a:pt x="5255260" y="2627630"/>
                </a:cubicBezTo>
                <a:cubicBezTo>
                  <a:pt x="5255260" y="1176430"/>
                  <a:pt x="4078830" y="0"/>
                  <a:pt x="2627630" y="0"/>
                </a:cubicBez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24900" r="-2490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10682850" y="4289386"/>
            <a:ext cx="6945541" cy="3486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Relevancia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Exactitud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Completa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Fuente Confiable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Control de acceso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Detalle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Comprensión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0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388" name="Google Shape;388;p30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9" name="Google Shape;389;p30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0" name="Google Shape;390;p30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391" name="Google Shape;391;p30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92" name="Google Shape;392;p30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93" name="Google Shape;393;p30"/>
          <p:cNvSpPr/>
          <p:nvPr/>
        </p:nvSpPr>
        <p:spPr>
          <a:xfrm>
            <a:off x="14187526" y="6594798"/>
            <a:ext cx="3671405" cy="3284238"/>
          </a:xfrm>
          <a:custGeom>
            <a:rect b="b" l="l" r="r" t="t"/>
            <a:pathLst>
              <a:path extrusionOk="0" h="3284238" w="3671405">
                <a:moveTo>
                  <a:pt x="0" y="0"/>
                </a:moveTo>
                <a:lnTo>
                  <a:pt x="3671405" y="0"/>
                </a:lnTo>
                <a:lnTo>
                  <a:pt x="3671405" y="3284239"/>
                </a:lnTo>
                <a:lnTo>
                  <a:pt x="0" y="3284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4" name="Google Shape;394;p30"/>
          <p:cNvSpPr txBox="1"/>
          <p:nvPr/>
        </p:nvSpPr>
        <p:spPr>
          <a:xfrm>
            <a:off x="1028700" y="3971994"/>
            <a:ext cx="10222767" cy="5226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se refiere al rápido crecimiento y expansión de la cantidad de datos disponibles en el mundo.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Esta explosión de datos ha sido impulsada por diversos factores: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aumento en la cantidad de dispositivos conectados a 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El avance de tecnologías como el Internet de las cosas (IoT), la automatización, las redes sociales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la recopilación masiva de datos en tiempo real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entre otros.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30"/>
          <p:cNvSpPr txBox="1"/>
          <p:nvPr/>
        </p:nvSpPr>
        <p:spPr>
          <a:xfrm>
            <a:off x="1028700" y="2707490"/>
            <a:ext cx="986291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Proliferación de los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401" name="Google Shape;401;p31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31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3" name="Google Shape;403;p31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04" name="Google Shape;404;p31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5" name="Google Shape;405;p31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406" name="Google Shape;406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452772" y="6679356"/>
            <a:ext cx="3480605" cy="323696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1"/>
          <p:cNvSpPr txBox="1"/>
          <p:nvPr/>
        </p:nvSpPr>
        <p:spPr>
          <a:xfrm>
            <a:off x="1028700" y="6056802"/>
            <a:ext cx="10222767" cy="122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Se refiere a la idea de que el valor de los datos puede cambiar dependiendo del momento en el tiempo y del contexto en el que se utilicen.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1"/>
          <p:cNvSpPr txBox="1"/>
          <p:nvPr/>
        </p:nvSpPr>
        <p:spPr>
          <a:xfrm>
            <a:off x="1028700" y="3865415"/>
            <a:ext cx="9862911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Variabilidad de su valor en el tiempo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414" name="Google Shape;414;p32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5" name="Google Shape;415;p32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16" name="Google Shape;416;p32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17" name="Google Shape;417;p32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18" name="Google Shape;418;p32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19" name="Google Shape;419;p32"/>
          <p:cNvSpPr/>
          <p:nvPr/>
        </p:nvSpPr>
        <p:spPr>
          <a:xfrm>
            <a:off x="13554500" y="6394777"/>
            <a:ext cx="3997981" cy="3176578"/>
          </a:xfrm>
          <a:custGeom>
            <a:rect b="b" l="l" r="r" t="t"/>
            <a:pathLst>
              <a:path extrusionOk="0" h="3176578" w="3997981">
                <a:moveTo>
                  <a:pt x="0" y="0"/>
                </a:moveTo>
                <a:lnTo>
                  <a:pt x="3997981" y="0"/>
                </a:lnTo>
                <a:lnTo>
                  <a:pt x="3997981" y="3176578"/>
                </a:lnTo>
                <a:lnTo>
                  <a:pt x="0" y="31765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32"/>
          <p:cNvSpPr txBox="1"/>
          <p:nvPr/>
        </p:nvSpPr>
        <p:spPr>
          <a:xfrm>
            <a:off x="1028700" y="5572198"/>
            <a:ext cx="10222767" cy="1626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Toma de decisiones empresariales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Marketing y publicidad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Análisis de riesgos y 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Ciencia de datos y aprendizaje automático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2"/>
          <p:cNvSpPr txBox="1"/>
          <p:nvPr/>
        </p:nvSpPr>
        <p:spPr>
          <a:xfrm>
            <a:off x="1028700" y="3733444"/>
            <a:ext cx="9862911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Principales usos de los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3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427" name="Google Shape;427;p33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8" name="Google Shape;428;p33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9" name="Google Shape;429;p33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30" name="Google Shape;430;p33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1" name="Google Shape;431;p33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32" name="Google Shape;432;p33"/>
          <p:cNvSpPr/>
          <p:nvPr/>
        </p:nvSpPr>
        <p:spPr>
          <a:xfrm>
            <a:off x="15310868" y="6950677"/>
            <a:ext cx="2520401" cy="2734163"/>
          </a:xfrm>
          <a:custGeom>
            <a:rect b="b" l="l" r="r" t="t"/>
            <a:pathLst>
              <a:path extrusionOk="0" h="2734163" w="2520401">
                <a:moveTo>
                  <a:pt x="0" y="0"/>
                </a:moveTo>
                <a:lnTo>
                  <a:pt x="2520401" y="0"/>
                </a:lnTo>
                <a:lnTo>
                  <a:pt x="2520401" y="2734162"/>
                </a:lnTo>
                <a:lnTo>
                  <a:pt x="0" y="27341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3" name="Google Shape;433;p33"/>
          <p:cNvSpPr/>
          <p:nvPr/>
        </p:nvSpPr>
        <p:spPr>
          <a:xfrm>
            <a:off x="12502403" y="7200363"/>
            <a:ext cx="2580353" cy="2491214"/>
          </a:xfrm>
          <a:custGeom>
            <a:rect b="b" l="l" r="r" t="t"/>
            <a:pathLst>
              <a:path extrusionOk="0" h="2491214" w="2580353">
                <a:moveTo>
                  <a:pt x="0" y="0"/>
                </a:moveTo>
                <a:lnTo>
                  <a:pt x="2580353" y="0"/>
                </a:lnTo>
                <a:lnTo>
                  <a:pt x="2580353" y="2491214"/>
                </a:lnTo>
                <a:lnTo>
                  <a:pt x="0" y="2491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4" name="Google Shape;434;p33"/>
          <p:cNvSpPr txBox="1"/>
          <p:nvPr/>
        </p:nvSpPr>
        <p:spPr>
          <a:xfrm>
            <a:off x="1028700" y="4236283"/>
            <a:ext cx="10222767" cy="4426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1" i="0" lang="en-US" sz="2699" u="none" cap="none" strike="noStrike">
                <a:solidFill>
                  <a:srgbClr val="7373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 un lugar donde se recoge la información</a:t>
            </a: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. La fuente puede ser una base de datos, un archivo plano, un documento XML o cualquier otro formato que un sistema pueda leer.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Ejemplos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de sensores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Sociales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de encuestas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Datos Transaccionales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3"/>
          <p:cNvSpPr txBox="1"/>
          <p:nvPr/>
        </p:nvSpPr>
        <p:spPr>
          <a:xfrm>
            <a:off x="1028700" y="3045627"/>
            <a:ext cx="1022276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Las fuentes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4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441" name="Google Shape;441;p34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34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3" name="Google Shape;443;p34"/>
          <p:cNvGrpSpPr/>
          <p:nvPr/>
        </p:nvGrpSpPr>
        <p:grpSpPr>
          <a:xfrm>
            <a:off x="-1722197" y="-3678699"/>
            <a:ext cx="6482297" cy="6762426"/>
            <a:chOff x="0" y="0"/>
            <a:chExt cx="8643063" cy="9016568"/>
          </a:xfrm>
        </p:grpSpPr>
        <p:sp>
          <p:nvSpPr>
            <p:cNvPr id="444" name="Google Shape;444;p34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45" name="Google Shape;445;p34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46" name="Google Shape;446;p34"/>
          <p:cNvSpPr/>
          <p:nvPr/>
        </p:nvSpPr>
        <p:spPr>
          <a:xfrm>
            <a:off x="14219401" y="6244592"/>
            <a:ext cx="3303243" cy="3303243"/>
          </a:xfrm>
          <a:custGeom>
            <a:rect b="b" l="l" r="r" t="t"/>
            <a:pathLst>
              <a:path extrusionOk="0" h="3303243" w="3303243">
                <a:moveTo>
                  <a:pt x="0" y="0"/>
                </a:moveTo>
                <a:lnTo>
                  <a:pt x="3303243" y="0"/>
                </a:lnTo>
                <a:lnTo>
                  <a:pt x="3303243" y="3303243"/>
                </a:lnTo>
                <a:lnTo>
                  <a:pt x="0" y="3303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7" name="Google Shape;447;p34"/>
          <p:cNvSpPr txBox="1"/>
          <p:nvPr/>
        </p:nvSpPr>
        <p:spPr>
          <a:xfrm>
            <a:off x="1028700" y="4236283"/>
            <a:ext cx="10222767" cy="6026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Los datos atraviesan diversos estados durante su ciclo de vida, desde su creación hasta su eventual eliminación o archivado.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Los estados comunes de la creación de datos: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Generación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Captura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Almacenamiento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Procesamiento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Análisis y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Actualización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1464" lvl="1" marL="582928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737373"/>
                </a:solidFill>
                <a:latin typeface="Poppins"/>
                <a:ea typeface="Poppins"/>
                <a:cs typeface="Poppins"/>
                <a:sym typeface="Poppins"/>
              </a:rPr>
              <a:t>Archivado o eliminación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73737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48" name="Google Shape;448;p34"/>
          <p:cNvSpPr txBox="1"/>
          <p:nvPr/>
        </p:nvSpPr>
        <p:spPr>
          <a:xfrm>
            <a:off x="1028700" y="2369352"/>
            <a:ext cx="10222767" cy="139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1" i="1" lang="en-US" sz="44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Estados de la creación de los datos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5"/>
          <p:cNvSpPr/>
          <p:nvPr/>
        </p:nvSpPr>
        <p:spPr>
          <a:xfrm>
            <a:off x="-160692" y="-90502"/>
            <a:ext cx="18593584" cy="10471968"/>
          </a:xfrm>
          <a:custGeom>
            <a:rect b="b" l="l" r="r" t="t"/>
            <a:pathLst>
              <a:path extrusionOk="0" h="1913890" w="3398222">
                <a:moveTo>
                  <a:pt x="0" y="0"/>
                </a:moveTo>
                <a:lnTo>
                  <a:pt x="3398222" y="0"/>
                </a:lnTo>
                <a:lnTo>
                  <a:pt x="3398222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D9D9D9">
              <a:alpha val="47843"/>
            </a:srgbClr>
          </a:solidFill>
          <a:ln>
            <a:noFill/>
          </a:ln>
        </p:spPr>
      </p:sp>
      <p:sp>
        <p:nvSpPr>
          <p:cNvPr id="454" name="Google Shape;454;p35"/>
          <p:cNvSpPr/>
          <p:nvPr/>
        </p:nvSpPr>
        <p:spPr>
          <a:xfrm rot="-2308677">
            <a:off x="9698130" y="216660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7" y="0"/>
                </a:lnTo>
                <a:lnTo>
                  <a:pt x="12650197" y="9568149"/>
                </a:lnTo>
                <a:lnTo>
                  <a:pt x="0" y="956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5" name="Google Shape;455;p35"/>
          <p:cNvGrpSpPr/>
          <p:nvPr/>
        </p:nvGrpSpPr>
        <p:grpSpPr>
          <a:xfrm rot="9869556">
            <a:off x="14431083" y="6569611"/>
            <a:ext cx="6482297" cy="6762426"/>
            <a:chOff x="0" y="0"/>
            <a:chExt cx="8643063" cy="9016568"/>
          </a:xfrm>
        </p:grpSpPr>
        <p:sp>
          <p:nvSpPr>
            <p:cNvPr id="456" name="Google Shape;456;p35"/>
            <p:cNvSpPr/>
            <p:nvPr/>
          </p:nvSpPr>
          <p:spPr>
            <a:xfrm rot="9451627">
              <a:off x="759373" y="2470974"/>
              <a:ext cx="7124318" cy="5388575"/>
            </a:xfrm>
            <a:custGeom>
              <a:rect b="b" l="l" r="r" t="t"/>
              <a:pathLst>
                <a:path extrusionOk="0" h="5388575" w="7124318">
                  <a:moveTo>
                    <a:pt x="0" y="0"/>
                  </a:moveTo>
                  <a:lnTo>
                    <a:pt x="7124317" y="0"/>
                  </a:lnTo>
                  <a:lnTo>
                    <a:pt x="7124317" y="5388575"/>
                  </a:lnTo>
                  <a:lnTo>
                    <a:pt x="0" y="538857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7" name="Google Shape;457;p35"/>
            <p:cNvSpPr/>
            <p:nvPr/>
          </p:nvSpPr>
          <p:spPr>
            <a:xfrm>
              <a:off x="400428" y="0"/>
              <a:ext cx="7046798" cy="7008361"/>
            </a:xfrm>
            <a:custGeom>
              <a:rect b="b" l="l" r="r" t="t"/>
              <a:pathLst>
                <a:path extrusionOk="0" h="7008361" w="7046798">
                  <a:moveTo>
                    <a:pt x="0" y="0"/>
                  </a:moveTo>
                  <a:lnTo>
                    <a:pt x="7046798" y="0"/>
                  </a:lnTo>
                  <a:lnTo>
                    <a:pt x="7046798" y="7008361"/>
                  </a:lnTo>
                  <a:lnTo>
                    <a:pt x="0" y="7008361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58" name="Google Shape;458;p35"/>
          <p:cNvSpPr/>
          <p:nvPr/>
        </p:nvSpPr>
        <p:spPr>
          <a:xfrm>
            <a:off x="10087911" y="-4008763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4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9" name="Google Shape;459;p35"/>
          <p:cNvSpPr/>
          <p:nvPr/>
        </p:nvSpPr>
        <p:spPr>
          <a:xfrm>
            <a:off x="11250277" y="5902338"/>
            <a:ext cx="6619172" cy="3882213"/>
          </a:xfrm>
          <a:custGeom>
            <a:rect b="b" l="l" r="r" t="t"/>
            <a:pathLst>
              <a:path extrusionOk="0" h="3882213" w="6619172">
                <a:moveTo>
                  <a:pt x="0" y="0"/>
                </a:moveTo>
                <a:lnTo>
                  <a:pt x="6619172" y="0"/>
                </a:lnTo>
                <a:lnTo>
                  <a:pt x="6619172" y="3882213"/>
                </a:lnTo>
                <a:lnTo>
                  <a:pt x="0" y="38822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0" name="Google Shape;460;p35"/>
          <p:cNvSpPr txBox="1"/>
          <p:nvPr/>
        </p:nvSpPr>
        <p:spPr>
          <a:xfrm>
            <a:off x="1028700" y="1186725"/>
            <a:ext cx="8054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1" i="1" lang="en-US" sz="4999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Necesario para el curso</a:t>
            </a:r>
            <a:r>
              <a:rPr b="1" i="1" lang="en-US" sz="4999" u="none" cap="none" strike="noStrike">
                <a:solidFill>
                  <a:srgbClr val="1B4A9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5"/>
          <p:cNvSpPr txBox="1"/>
          <p:nvPr/>
        </p:nvSpPr>
        <p:spPr>
          <a:xfrm>
            <a:off x="1028700" y="2496601"/>
            <a:ext cx="9518700" cy="4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Instalar de manera física en su computador cualquier distribución Linux.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Luego instalar </a:t>
            </a:r>
            <a:r>
              <a:rPr b="1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Neofetch</a:t>
            </a: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 </a:t>
            </a:r>
            <a:r>
              <a:rPr b="1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Screenfetch</a:t>
            </a:r>
            <a:r>
              <a:rPr b="0" i="0" lang="en-US" sz="26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las cuales son dos utilidades populares en Linux que muestran información sobre tu sistema, incluyendo el logo de la distribución.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26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1" l="0" r="0" t="-38884"/>
            </a:stretch>
          </a:blipFill>
          <a:ln>
            <a:noFill/>
          </a:ln>
        </p:spPr>
      </p:sp>
      <p:sp>
        <p:nvSpPr>
          <p:cNvPr id="467" name="Google Shape;467;p36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216"/>
            </a:srgbClr>
          </a:solidFill>
          <a:ln>
            <a:noFill/>
          </a:ln>
        </p:spPr>
      </p:sp>
      <p:sp>
        <p:nvSpPr>
          <p:cNvPr id="468" name="Google Shape;468;p36"/>
          <p:cNvSpPr/>
          <p:nvPr/>
        </p:nvSpPr>
        <p:spPr>
          <a:xfrm rot="-2308677">
            <a:off x="9580469" y="220503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6" y="0"/>
                </a:lnTo>
                <a:lnTo>
                  <a:pt x="12650196" y="9568148"/>
                </a:lnTo>
                <a:lnTo>
                  <a:pt x="0" y="9568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9" name="Google Shape;469;p36"/>
          <p:cNvSpPr/>
          <p:nvPr/>
        </p:nvSpPr>
        <p:spPr>
          <a:xfrm>
            <a:off x="14287363" y="6331370"/>
            <a:ext cx="4000637" cy="3955630"/>
          </a:xfrm>
          <a:custGeom>
            <a:rect b="b" l="l" r="r" t="t"/>
            <a:pathLst>
              <a:path extrusionOk="0" h="3955630" w="4000637">
                <a:moveTo>
                  <a:pt x="0" y="0"/>
                </a:moveTo>
                <a:lnTo>
                  <a:pt x="4000637" y="0"/>
                </a:lnTo>
                <a:lnTo>
                  <a:pt x="4000637" y="3955630"/>
                </a:lnTo>
                <a:lnTo>
                  <a:pt x="0" y="39556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0" name="Google Shape;470;p36"/>
          <p:cNvSpPr/>
          <p:nvPr/>
        </p:nvSpPr>
        <p:spPr>
          <a:xfrm>
            <a:off x="7006789" y="3404001"/>
            <a:ext cx="2769808" cy="3165495"/>
          </a:xfrm>
          <a:custGeom>
            <a:rect b="b" l="l" r="r" t="t"/>
            <a:pathLst>
              <a:path extrusionOk="0" h="3165495" w="2769808">
                <a:moveTo>
                  <a:pt x="0" y="0"/>
                </a:moveTo>
                <a:lnTo>
                  <a:pt x="2769808" y="0"/>
                </a:lnTo>
                <a:lnTo>
                  <a:pt x="2769808" y="3165494"/>
                </a:lnTo>
                <a:lnTo>
                  <a:pt x="0" y="3165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1" name="Google Shape;471;p36"/>
          <p:cNvSpPr txBox="1"/>
          <p:nvPr/>
        </p:nvSpPr>
        <p:spPr>
          <a:xfrm>
            <a:off x="1009650" y="4445728"/>
            <a:ext cx="6178114" cy="1034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1" i="1" lang="en-US" sz="6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881" l="0" r="0" t="-38884"/>
            </a:stretch>
          </a:blipFill>
          <a:ln>
            <a:noFill/>
          </a:ln>
        </p:spPr>
      </p:sp>
      <p:sp>
        <p:nvSpPr>
          <p:cNvPr id="477" name="Google Shape;477;p37"/>
          <p:cNvSpPr/>
          <p:nvPr/>
        </p:nvSpPr>
        <p:spPr>
          <a:xfrm>
            <a:off x="-160692" y="-149623"/>
            <a:ext cx="18609385" cy="10591576"/>
          </a:xfrm>
          <a:custGeom>
            <a:rect b="b" l="l" r="r" t="t"/>
            <a:pathLst>
              <a:path extrusionOk="0" h="1970170" w="3461586">
                <a:moveTo>
                  <a:pt x="0" y="0"/>
                </a:moveTo>
                <a:lnTo>
                  <a:pt x="3461586" y="0"/>
                </a:lnTo>
                <a:lnTo>
                  <a:pt x="3461586" y="1970170"/>
                </a:lnTo>
                <a:lnTo>
                  <a:pt x="0" y="1970170"/>
                </a:lnTo>
                <a:close/>
              </a:path>
            </a:pathLst>
          </a:custGeom>
          <a:solidFill>
            <a:srgbClr val="14056D">
              <a:alpha val="19216"/>
            </a:srgbClr>
          </a:solidFill>
          <a:ln>
            <a:noFill/>
          </a:ln>
        </p:spPr>
      </p:sp>
      <p:sp>
        <p:nvSpPr>
          <p:cNvPr id="478" name="Google Shape;478;p37"/>
          <p:cNvSpPr/>
          <p:nvPr/>
        </p:nvSpPr>
        <p:spPr>
          <a:xfrm rot="9451627">
            <a:off x="-1353129" y="-1492681"/>
            <a:ext cx="6707049" cy="5072968"/>
          </a:xfrm>
          <a:custGeom>
            <a:rect b="b" l="l" r="r" t="t"/>
            <a:pathLst>
              <a:path extrusionOk="0" h="5072968" w="6707049">
                <a:moveTo>
                  <a:pt x="0" y="0"/>
                </a:moveTo>
                <a:lnTo>
                  <a:pt x="6707049" y="0"/>
                </a:lnTo>
                <a:lnTo>
                  <a:pt x="6707049" y="5072968"/>
                </a:lnTo>
                <a:lnTo>
                  <a:pt x="0" y="5072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9" name="Google Shape;479;p37"/>
          <p:cNvSpPr/>
          <p:nvPr/>
        </p:nvSpPr>
        <p:spPr>
          <a:xfrm>
            <a:off x="-2413596" y="-3078771"/>
            <a:ext cx="6634070" cy="6597885"/>
          </a:xfrm>
          <a:custGeom>
            <a:rect b="b" l="l" r="r" t="t"/>
            <a:pathLst>
              <a:path extrusionOk="0" h="6597885" w="6634070">
                <a:moveTo>
                  <a:pt x="0" y="0"/>
                </a:moveTo>
                <a:lnTo>
                  <a:pt x="6634070" y="0"/>
                </a:lnTo>
                <a:lnTo>
                  <a:pt x="6634070" y="6597884"/>
                </a:lnTo>
                <a:lnTo>
                  <a:pt x="0" y="6597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37"/>
          <p:cNvSpPr/>
          <p:nvPr/>
        </p:nvSpPr>
        <p:spPr>
          <a:xfrm rot="-2308677">
            <a:off x="9580469" y="2205032"/>
            <a:ext cx="12650197" cy="9568149"/>
          </a:xfrm>
          <a:custGeom>
            <a:rect b="b" l="l" r="r" t="t"/>
            <a:pathLst>
              <a:path extrusionOk="0" h="9568149" w="12650197">
                <a:moveTo>
                  <a:pt x="0" y="0"/>
                </a:moveTo>
                <a:lnTo>
                  <a:pt x="12650196" y="0"/>
                </a:lnTo>
                <a:lnTo>
                  <a:pt x="12650196" y="9568148"/>
                </a:lnTo>
                <a:lnTo>
                  <a:pt x="0" y="9568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3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1" name="Google Shape;481;p37"/>
          <p:cNvSpPr/>
          <p:nvPr/>
        </p:nvSpPr>
        <p:spPr>
          <a:xfrm>
            <a:off x="14844808" y="8570089"/>
            <a:ext cx="4828984" cy="4820204"/>
          </a:xfrm>
          <a:custGeom>
            <a:rect b="b" l="l" r="r" t="t"/>
            <a:pathLst>
              <a:path extrusionOk="0" h="4820204" w="4828984">
                <a:moveTo>
                  <a:pt x="0" y="0"/>
                </a:moveTo>
                <a:lnTo>
                  <a:pt x="4828984" y="0"/>
                </a:lnTo>
                <a:lnTo>
                  <a:pt x="4828984" y="4820204"/>
                </a:lnTo>
                <a:lnTo>
                  <a:pt x="0" y="4820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82" name="Google Shape;482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14425" y="4106060"/>
            <a:ext cx="14726714" cy="8394227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7"/>
          <p:cNvSpPr txBox="1"/>
          <p:nvPr/>
        </p:nvSpPr>
        <p:spPr>
          <a:xfrm>
            <a:off x="5897722" y="3610760"/>
            <a:ext cx="6492556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8"/>
              <a:buFont typeface="Arial"/>
              <a:buNone/>
            </a:pPr>
            <a:r>
              <a:rPr b="1" i="0" lang="en-US" sz="580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¡GRACIAS POR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5744238" y="4635485"/>
            <a:ext cx="6799524" cy="1035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0" i="1" lang="en-US" sz="6500" u="none" cap="none" strike="noStrike">
                <a:solidFill>
                  <a:srgbClr val="5CE1E6"/>
                </a:solidFill>
                <a:latin typeface="Poppins"/>
                <a:ea typeface="Poppins"/>
                <a:cs typeface="Poppins"/>
                <a:sym typeface="Poppins"/>
              </a:rPr>
              <a:t>SU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