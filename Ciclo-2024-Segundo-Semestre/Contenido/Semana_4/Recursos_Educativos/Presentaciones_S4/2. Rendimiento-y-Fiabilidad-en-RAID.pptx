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Roboto"/>
      <p:regular r:id="rId14"/>
      <p:bold r:id="rId15"/>
      <p:italic r:id="rId16"/>
      <p:boldItalic r:id="rId17"/>
    </p:embeddedFont>
    <p:embeddedFont>
      <p:font typeface="Saira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3GgPgEdmY+rpSu549GBdSWZuc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iraMedium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aira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SairaMedium-bold.fntdata"/><Relationship Id="rId6" Type="http://schemas.openxmlformats.org/officeDocument/2006/relationships/slide" Target="slides/slide2.xml"/><Relationship Id="rId18" Type="http://schemas.openxmlformats.org/officeDocument/2006/relationships/font" Target="fonts/Saira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793790" y="1551742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50"/>
              <a:buFont typeface="Saira Medium"/>
              <a:buNone/>
            </a:pPr>
            <a:r>
              <a:rPr b="0" i="0" lang="en-US" sz="61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Rendimiento y Fiabilidad en RAID</a:t>
            </a:r>
            <a:endParaRPr b="0" i="0" sz="615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793790" y="3848338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Los sistemas de almacenamiento RAID (Redundant Array of Independent Disks) son una tecnología fundamental para garantizar el rendimiento y la fiabilidad de los datos en entornos empresariales. Esta presentación explorará los conceptos básicos de RAID, sus diferentes tipos de configuraciones, las ventajas y desventajas, y cómo se implementa tanto en entornos físicos como virtualizados.</a:t>
            </a:r>
            <a:endParaRPr b="0" i="0" sz="1750" u="none" cap="none" strike="noStrike"/>
          </a:p>
        </p:txBody>
      </p:sp>
      <p:sp>
        <p:nvSpPr>
          <p:cNvPr id="55" name="Google Shape;55;p1"/>
          <p:cNvSpPr/>
          <p:nvPr/>
        </p:nvSpPr>
        <p:spPr>
          <a:xfrm>
            <a:off x="793790" y="6297811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793790" y="1098232"/>
            <a:ext cx="711053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Conceptos Básicos de RAID</a:t>
            </a:r>
            <a:endParaRPr b="0" i="0" sz="445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793790" y="2402324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983694" y="2487335"/>
            <a:ext cx="1303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</a:t>
            </a:r>
            <a:endParaRPr b="0" i="0" sz="26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530906" y="2402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Definición de RAID</a:t>
            </a:r>
            <a:endParaRPr b="0" i="0" sz="22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1530906" y="2892743"/>
            <a:ext cx="2927747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RAID es una tecnología que combina múltiples discos duros para mejorar el rendimiento, la fiabilidad y la capacidad de almacenamiento.</a:t>
            </a:r>
            <a:endParaRPr b="0" i="0" sz="175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4685467" y="2402324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836676" y="2487335"/>
            <a:ext cx="20788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</a:t>
            </a:r>
            <a:endParaRPr b="0" i="0" sz="26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5422583" y="2402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Niveles de RAID</a:t>
            </a:r>
            <a:endParaRPr b="0" i="0" sz="22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5422583" y="2892743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Existen diferentes niveles de RAID, cada uno con sus propias características y objetivos, como RAID 0, RAID 1, RAID 5, RAID 6, etc.</a:t>
            </a:r>
            <a:endParaRPr b="0" i="0" sz="175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793790" y="5552123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946190" y="5637133"/>
            <a:ext cx="205502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</a:t>
            </a:r>
            <a:endParaRPr b="0" i="0" sz="26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530906" y="55521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Técnicas Clave</a:t>
            </a:r>
            <a:endParaRPr b="0" i="0" sz="22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1530906" y="6042541"/>
            <a:ext cx="681930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Conceptos fundamentales como striping (división de datos en bloques) y mirroring (duplicación de datos) son esenciales en la implementación de RAID.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793790" y="2358509"/>
            <a:ext cx="804207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Tipos de Configuraciones RAID</a:t>
            </a:r>
            <a:endParaRPr b="0" i="0" sz="44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0 (Striping)</a:t>
            </a:r>
            <a:endParaRPr b="0" i="0" sz="22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Divide los datos en bloques y los distribuye entre varios discos, mejorando el rendimiento, pero sin redundancia.</a:t>
            </a:r>
            <a:endParaRPr b="0" i="0" sz="17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1 (Mirroring)</a:t>
            </a:r>
            <a:endParaRPr b="0" i="0" sz="220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Crea una copia exacta de los datos en dos o más discos, lo que garantiza la redundancia y la fiabilidad.</a:t>
            </a:r>
            <a:endParaRPr b="0" i="0" sz="17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5 y RAID 6</a:t>
            </a:r>
            <a:endParaRPr b="0" i="0" sz="220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Combinan striping y paridad, ofreciendo un buen equilibrio entre rendimiento, capacidad y fiabilidad.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93790" y="3968710"/>
            <a:ext cx="83759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Ventajas y Desventajas de RAID</a:t>
            </a:r>
            <a:endParaRPr b="0" i="0" sz="44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793790" y="5017651"/>
            <a:ext cx="6408063" cy="2078474"/>
          </a:xfrm>
          <a:prstGeom prst="roundRect">
            <a:avLst>
              <a:gd fmla="val 9822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43464" y="52673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Ventajas</a:t>
            </a:r>
            <a:endParaRPr b="0" i="0" sz="220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1043464" y="5757743"/>
            <a:ext cx="59087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Mejora del rendimiento, mayor fiabilidad y disponibilidad de los datos, mejor escalabilidad y tolerancia a fallos.</a:t>
            </a:r>
            <a:endParaRPr b="0" i="0" sz="17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428667" y="5017651"/>
            <a:ext cx="6408063" cy="2078474"/>
          </a:xfrm>
          <a:prstGeom prst="roundRect">
            <a:avLst>
              <a:gd fmla="val 9822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678341" y="52673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Desventajas</a:t>
            </a:r>
            <a:endParaRPr b="0" i="0" sz="22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7678341" y="5757743"/>
            <a:ext cx="59087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Complejidad de implementación, costo adicional de los discos, mayor consumo de energía y espacio físico requerido.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683300" y="843677"/>
            <a:ext cx="7563683" cy="61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Saira Medium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Rendimiento y Fiabilidad en RAID</a:t>
            </a:r>
            <a:endParaRPr b="0" i="0" sz="380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964644" y="1746647"/>
            <a:ext cx="22860" cy="5639157"/>
          </a:xfrm>
          <a:prstGeom prst="roundRect">
            <a:avLst>
              <a:gd fmla="val 768736" name="adj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172825" y="2174319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56464" y="1966198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19936" y="2039303"/>
            <a:ext cx="112157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00"/>
              <a:buFont typeface="Saira Medium"/>
              <a:buNone/>
            </a:pPr>
            <a:r>
              <a:rPr b="0" i="0" lang="en-US" sz="23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</a:t>
            </a:r>
            <a:endParaRPr b="0" i="0" sz="230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2049899" y="1941790"/>
            <a:ext cx="2440662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Saira Medium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Rendimiento</a:t>
            </a:r>
            <a:endParaRPr b="0" i="0" sz="1900" u="none" cap="none" strike="noStrike"/>
          </a:p>
        </p:txBody>
      </p:sp>
      <p:sp>
        <p:nvSpPr>
          <p:cNvPr id="112" name="Google Shape;112;p5"/>
          <p:cNvSpPr/>
          <p:nvPr/>
        </p:nvSpPr>
        <p:spPr>
          <a:xfrm>
            <a:off x="2049899" y="2363867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Los sistemas RAID pueden mejorar significativamente el rendimiento de lectura y escritura al distribuir los datos entre múltiples discos, reduciendo los cuellos de botella.</a:t>
            </a:r>
            <a:endParaRPr b="0" i="0" sz="150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1172825" y="4119086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56464" y="3910965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86599" y="3984069"/>
            <a:ext cx="178951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00"/>
              <a:buFont typeface="Saira Medium"/>
              <a:buNone/>
            </a:pPr>
            <a:r>
              <a:rPr b="0" i="0" lang="en-US" sz="23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</a:t>
            </a:r>
            <a:endParaRPr b="0" i="0" sz="230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2049899" y="3886557"/>
            <a:ext cx="2440662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Saira Medium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Fiabilidad</a:t>
            </a:r>
            <a:endParaRPr b="0" i="0" sz="19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2049899" y="4308634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 redundancia inherente de los niveles RAID, como la duplicación de datos (mirroring) o la paridad, aumenta la tolerancia a fallos y garantiza la disponibilidad de los datos.</a:t>
            </a:r>
            <a:endParaRPr b="0" i="0" sz="15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172825" y="6063853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FC83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56464" y="5855732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87551" y="5928836"/>
            <a:ext cx="176927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00"/>
              <a:buFont typeface="Saira Medium"/>
              <a:buNone/>
            </a:pPr>
            <a:r>
              <a:rPr b="0" i="0" lang="en-US" sz="23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</a:t>
            </a:r>
            <a:endParaRPr b="0" i="0" sz="23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2049899" y="5831324"/>
            <a:ext cx="2440662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Saira Medium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Consideraciones</a:t>
            </a:r>
            <a:endParaRPr b="0" i="0" sz="19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2049899" y="6253401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El nivel de RAID elegido, la calidad de los discos y la implementación adecuada son factores clave para optimizar el rendimiento y la fiabilidad del sistema.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Implementación de RAID por Software vs Hardware</a:t>
            </a:r>
            <a:endParaRPr b="0" i="0" sz="445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por Software</a:t>
            </a:r>
            <a:endParaRPr b="0" i="0" sz="22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793790" y="4569738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 implementación de RAID por software utiliza el procesador del sistema para gestionar la redundancia y la distribución de datos, lo que es más económico pero puede tener un impacto en el rendimiento.</a:t>
            </a:r>
            <a:endParaRPr b="0" i="0" sz="175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7599521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por Hardware</a:t>
            </a:r>
            <a:endParaRPr b="0" i="0" sz="22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599521" y="4569738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Los controladores RAID dedicados ofrecen un mejor rendimiento y fiabilidad, ya que cuentan con procesadores y memoria propios para gestionar las operaciones RAID, pero conllevan un mayor costo de implementación.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793790" y="74818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Consideraciones de Rendimiento y Fiabilidad</a:t>
            </a:r>
            <a:endParaRPr b="0" i="0" sz="4450" u="none" cap="none" strike="noStrike"/>
          </a:p>
        </p:txBody>
      </p:sp>
      <p:sp>
        <p:nvSpPr>
          <p:cNvPr id="140" name="Google Shape;140;p7"/>
          <p:cNvSpPr/>
          <p:nvPr/>
        </p:nvSpPr>
        <p:spPr>
          <a:xfrm>
            <a:off x="793790" y="2761059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83694" y="2846070"/>
            <a:ext cx="13037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</a:t>
            </a:r>
            <a:endParaRPr b="0" i="0" sz="2650" u="none" cap="none" strike="noStrike"/>
          </a:p>
        </p:txBody>
      </p:sp>
      <p:sp>
        <p:nvSpPr>
          <p:cNvPr id="142" name="Google Shape;142;p7"/>
          <p:cNvSpPr/>
          <p:nvPr/>
        </p:nvSpPr>
        <p:spPr>
          <a:xfrm>
            <a:off x="1530906" y="2761059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Selección del Nivel RAID</a:t>
            </a:r>
            <a:endParaRPr b="0" i="0" sz="2200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1530906" y="3605808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Elegir el nivel RAID adecuado es crucial para equilibrar las necesidades de rendimiento, capacidad y fiabilidad de la aplicación.</a:t>
            </a:r>
            <a:endParaRPr b="0" i="0" sz="175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4685467" y="2761059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836676" y="2846070"/>
            <a:ext cx="20788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</a:t>
            </a:r>
            <a:endParaRPr b="0" i="0" sz="265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5422583" y="27610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Calidad de los Discos</a:t>
            </a:r>
            <a:endParaRPr b="0" i="0" sz="220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5422583" y="3251478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Utilizar discos de alta calidad y fiabilidad es fundamental para garantizar el correcto funcionamiento del sistema RAID.</a:t>
            </a:r>
            <a:endParaRPr b="0" i="0" sz="175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030303"/>
          </a:solidFill>
          <a:ln cap="flat" cmpd="sng" w="228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946190" y="5987296"/>
            <a:ext cx="205502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50"/>
              <a:buFont typeface="Saira Medium"/>
              <a:buNone/>
            </a:pPr>
            <a:r>
              <a:rPr b="0" i="0" lang="en-US" sz="265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</a:t>
            </a:r>
            <a:endParaRPr b="0" i="0" sz="265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1530906" y="5902285"/>
            <a:ext cx="313182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Implementación Óptima</a:t>
            </a:r>
            <a:endParaRPr b="0" i="0" sz="220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1530906" y="6392704"/>
            <a:ext cx="681930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Una implementación cuidadosa, que incluya un diseño adecuado, configuración y monitorización, es esencial para maximizar el rendimiento y fiabilidad del RAID.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793790" y="3459004"/>
            <a:ext cx="823710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Saira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RAID en Entornos Virtualizados</a:t>
            </a:r>
            <a:endParaRPr b="0" i="0" sz="4450" u="none" cap="none" strike="noStrike"/>
          </a:p>
        </p:txBody>
      </p:sp>
      <p:pic>
        <p:nvPicPr>
          <p:cNvPr descr="preencoded.png"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793790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Flexibilidad</a:t>
            </a:r>
            <a:endParaRPr b="0" i="0" sz="2200" u="none" cap="none" strike="noStrike"/>
          </a:p>
        </p:txBody>
      </p:sp>
      <p:sp>
        <p:nvSpPr>
          <p:cNvPr id="161" name="Google Shape;161;p8"/>
          <p:cNvSpPr/>
          <p:nvPr/>
        </p:nvSpPr>
        <p:spPr>
          <a:xfrm>
            <a:off x="793790" y="5792153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Los sistemas RAID en entornos virtualizados ofrecen mayor flexibilidad y escalabilidad, permitiendo la asignación dinámica de recursos de almacenamiento.</a:t>
            </a:r>
            <a:endParaRPr b="0" i="0" sz="1750" u="none" cap="none" strike="noStrike"/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4704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5254704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Alta Disponibilidad</a:t>
            </a:r>
            <a:endParaRPr b="0" i="0" sz="2200" u="none" cap="none" strike="noStrike"/>
          </a:p>
        </p:txBody>
      </p:sp>
      <p:sp>
        <p:nvSpPr>
          <p:cNvPr id="164" name="Google Shape;164;p8"/>
          <p:cNvSpPr/>
          <p:nvPr/>
        </p:nvSpPr>
        <p:spPr>
          <a:xfrm>
            <a:off x="5254704" y="5792153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 redundancia inherente de RAID, combinada con la movilidad de las máquinas virtuales, mejora la disponibilidad y tolerancia a fallos.</a:t>
            </a:r>
            <a:endParaRPr b="0" i="0" sz="1750" u="none" cap="none" strike="noStrike"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738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9715738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Saira Medium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Eficiencia</a:t>
            </a:r>
            <a:endParaRPr b="0" i="0" sz="220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9715738" y="5792153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 implementación de RAID en entornos virtualizados puede optimizar el uso de recursos, reduciendo costos y mejorando la eficiencia general.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717471" y="564713"/>
            <a:ext cx="7709059" cy="128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aira Medium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Implementación de RAID en Entornos Virtuales</a:t>
            </a:r>
            <a:endParaRPr b="0" i="0" sz="4000" u="none" cap="none" strike="noStrike"/>
          </a:p>
        </p:txBody>
      </p:sp>
      <p:pic>
        <p:nvPicPr>
          <p:cNvPr descr="preencoded.png"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471" y="2153483"/>
            <a:ext cx="1025009" cy="1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2049899" y="2358390"/>
            <a:ext cx="3231833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Saira Medium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Diseño de Almacenamiento</a:t>
            </a:r>
            <a:endParaRPr b="0" i="0" sz="2000" u="none" cap="none" strike="noStrike"/>
          </a:p>
        </p:txBody>
      </p:sp>
      <p:sp>
        <p:nvSpPr>
          <p:cNvPr id="177" name="Google Shape;177;p9"/>
          <p:cNvSpPr/>
          <p:nvPr/>
        </p:nvSpPr>
        <p:spPr>
          <a:xfrm>
            <a:off x="2049899" y="2801660"/>
            <a:ext cx="6376630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El diseño del almacenamiento RAID debe considerar la arquitectura de la infraestructura virtual, los requisitos de rendimiento y fiabilidad de las aplicaciones.</a:t>
            </a:r>
            <a:endParaRPr b="0" i="0" sz="1600" u="none" cap="none" strike="noStrike"/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471" y="3990618"/>
            <a:ext cx="1025009" cy="1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2049899" y="4195524"/>
            <a:ext cx="2562582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Saira Medium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Configuración RAID</a:t>
            </a:r>
            <a:endParaRPr b="0" i="0" sz="2000" u="none" cap="none" strike="noStrike"/>
          </a:p>
        </p:txBody>
      </p:sp>
      <p:sp>
        <p:nvSpPr>
          <p:cNvPr id="180" name="Google Shape;180;p9"/>
          <p:cNvSpPr/>
          <p:nvPr/>
        </p:nvSpPr>
        <p:spPr>
          <a:xfrm>
            <a:off x="2049899" y="4638794"/>
            <a:ext cx="6376630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La configuración RAID en entornos virtualizados debe ser cuidadosamente planificada y probada para garantizar un alto rendimiento y disponibilidad.</a:t>
            </a:r>
            <a:endParaRPr b="0" i="0" sz="1600" u="none" cap="none" strike="noStrike"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471" y="5827752"/>
            <a:ext cx="1025009" cy="1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2049899" y="6032659"/>
            <a:ext cx="3593783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Saira Medium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Monitorización y Optimización</a:t>
            </a:r>
            <a:endParaRPr b="0" i="0" sz="2000" u="none" cap="none" strike="noStrike"/>
          </a:p>
        </p:txBody>
      </p:sp>
      <p:sp>
        <p:nvSpPr>
          <p:cNvPr id="183" name="Google Shape;183;p9"/>
          <p:cNvSpPr/>
          <p:nvPr/>
        </p:nvSpPr>
        <p:spPr>
          <a:xfrm>
            <a:off x="2049899" y="6475928"/>
            <a:ext cx="6376630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El monitoreo continuo del rendimiento y la fiabilidad del RAID, junto con ajustes y optimizaciones cuando sea necesario, son esenciales para mantener un sistema de almacenamiento eficiente.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2024-11-03T23:59:11Z</dcterms:created>
  <dc:creator>PptxGenJS</dc:creator>
</cp:coreProperties>
</file>