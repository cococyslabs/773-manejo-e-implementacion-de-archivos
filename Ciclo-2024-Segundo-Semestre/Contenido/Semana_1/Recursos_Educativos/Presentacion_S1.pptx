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10287000" cx="18288000"/>
  <p:notesSz cx="6858000" cy="9144000"/>
  <p:embeddedFontLst>
    <p:embeddedFont>
      <p:font typeface="Poppins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9" roundtripDataSignature="AMtx7mioneshEgtaHf4A5bx5pwbhfxlUz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oppins-regular.fntdata"/><Relationship Id="rId14" Type="http://schemas.openxmlformats.org/officeDocument/2006/relationships/slide" Target="slides/slide9.xml"/><Relationship Id="rId17" Type="http://schemas.openxmlformats.org/officeDocument/2006/relationships/font" Target="fonts/Poppins-italic.fntdata"/><Relationship Id="rId16" Type="http://schemas.openxmlformats.org/officeDocument/2006/relationships/font" Target="fonts/Poppins-bold.fntdata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font" Target="fonts/Poppi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3" name="Google Shape;14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2" name="Google Shape;16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3" name="Google Shape;17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9" name="Google Shape;20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9" name="Google Shape;21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9" Type="http://schemas.openxmlformats.org/officeDocument/2006/relationships/image" Target="../media/image16.jpg"/><Relationship Id="rId5" Type="http://schemas.openxmlformats.org/officeDocument/2006/relationships/image" Target="../media/image3.png"/><Relationship Id="rId6" Type="http://schemas.openxmlformats.org/officeDocument/2006/relationships/image" Target="../media/image10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9" Type="http://schemas.openxmlformats.org/officeDocument/2006/relationships/image" Target="../media/image20.jpg"/><Relationship Id="rId5" Type="http://schemas.openxmlformats.org/officeDocument/2006/relationships/image" Target="../media/image3.png"/><Relationship Id="rId6" Type="http://schemas.openxmlformats.org/officeDocument/2006/relationships/image" Target="../media/image10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9" Type="http://schemas.openxmlformats.org/officeDocument/2006/relationships/image" Target="../media/image25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24.png"/><Relationship Id="rId8" Type="http://schemas.openxmlformats.org/officeDocument/2006/relationships/image" Target="../media/image2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29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8880" l="0" r="0" t="-38884"/>
            </a:stretch>
          </a:blipFill>
          <a:ln>
            <a:noFill/>
          </a:ln>
        </p:spPr>
      </p:sp>
      <p:sp>
        <p:nvSpPr>
          <p:cNvPr id="85" name="Google Shape;85;p2"/>
          <p:cNvSpPr/>
          <p:nvPr/>
        </p:nvSpPr>
        <p:spPr>
          <a:xfrm>
            <a:off x="-160692" y="-149623"/>
            <a:ext cx="18609385" cy="10591576"/>
          </a:xfrm>
          <a:custGeom>
            <a:rect b="b" l="l" r="r" t="t"/>
            <a:pathLst>
              <a:path extrusionOk="0" h="1970170" w="3461586">
                <a:moveTo>
                  <a:pt x="0" y="0"/>
                </a:moveTo>
                <a:lnTo>
                  <a:pt x="3461586" y="0"/>
                </a:lnTo>
                <a:lnTo>
                  <a:pt x="3461586" y="1970170"/>
                </a:lnTo>
                <a:lnTo>
                  <a:pt x="0" y="1970170"/>
                </a:lnTo>
                <a:close/>
              </a:path>
            </a:pathLst>
          </a:custGeom>
          <a:solidFill>
            <a:srgbClr val="14056D">
              <a:alpha val="19215"/>
            </a:srgbClr>
          </a:solidFill>
          <a:ln>
            <a:noFill/>
          </a:ln>
        </p:spPr>
      </p:sp>
      <p:sp>
        <p:nvSpPr>
          <p:cNvPr id="86" name="Google Shape;86;p2"/>
          <p:cNvSpPr/>
          <p:nvPr/>
        </p:nvSpPr>
        <p:spPr>
          <a:xfrm rot="9451627">
            <a:off x="-1353129" y="-1492681"/>
            <a:ext cx="6707049" cy="5072968"/>
          </a:xfrm>
          <a:custGeom>
            <a:rect b="b" l="l" r="r" t="t"/>
            <a:pathLst>
              <a:path extrusionOk="0" h="5072968" w="6707049">
                <a:moveTo>
                  <a:pt x="0" y="0"/>
                </a:moveTo>
                <a:lnTo>
                  <a:pt x="6707049" y="0"/>
                </a:lnTo>
                <a:lnTo>
                  <a:pt x="6707049" y="5072968"/>
                </a:lnTo>
                <a:lnTo>
                  <a:pt x="0" y="50729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7" name="Google Shape;87;p2"/>
          <p:cNvSpPr/>
          <p:nvPr/>
        </p:nvSpPr>
        <p:spPr>
          <a:xfrm>
            <a:off x="-2413596" y="-3078771"/>
            <a:ext cx="6634070" cy="6597885"/>
          </a:xfrm>
          <a:custGeom>
            <a:rect b="b" l="l" r="r" t="t"/>
            <a:pathLst>
              <a:path extrusionOk="0" h="6597885" w="6634070">
                <a:moveTo>
                  <a:pt x="0" y="0"/>
                </a:moveTo>
                <a:lnTo>
                  <a:pt x="6634070" y="0"/>
                </a:lnTo>
                <a:lnTo>
                  <a:pt x="6634070" y="6597884"/>
                </a:lnTo>
                <a:lnTo>
                  <a:pt x="0" y="65978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8" name="Google Shape;88;p2"/>
          <p:cNvSpPr/>
          <p:nvPr/>
        </p:nvSpPr>
        <p:spPr>
          <a:xfrm rot="-2308677">
            <a:off x="9916645" y="2149592"/>
            <a:ext cx="12650197" cy="9568149"/>
          </a:xfrm>
          <a:custGeom>
            <a:rect b="b" l="l" r="r" t="t"/>
            <a:pathLst>
              <a:path extrusionOk="0" h="9568149" w="12650197">
                <a:moveTo>
                  <a:pt x="0" y="0"/>
                </a:moveTo>
                <a:lnTo>
                  <a:pt x="12650197" y="0"/>
                </a:lnTo>
                <a:lnTo>
                  <a:pt x="12650197" y="9568149"/>
                </a:lnTo>
                <a:lnTo>
                  <a:pt x="0" y="95681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3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9" name="Google Shape;89;p2"/>
          <p:cNvSpPr/>
          <p:nvPr/>
        </p:nvSpPr>
        <p:spPr>
          <a:xfrm>
            <a:off x="17994524" y="6707106"/>
            <a:ext cx="322049" cy="1215120"/>
          </a:xfrm>
          <a:custGeom>
            <a:rect b="b" l="l" r="r" t="t"/>
            <a:pathLst>
              <a:path extrusionOk="0" h="754960" w="200091">
                <a:moveTo>
                  <a:pt x="0" y="0"/>
                </a:moveTo>
                <a:lnTo>
                  <a:pt x="200091" y="0"/>
                </a:lnTo>
                <a:lnTo>
                  <a:pt x="200091" y="754960"/>
                </a:lnTo>
                <a:lnTo>
                  <a:pt x="0" y="754960"/>
                </a:lnTo>
                <a:close/>
              </a:path>
            </a:pathLst>
          </a:custGeom>
          <a:solidFill>
            <a:srgbClr val="5CE1E6"/>
          </a:solidFill>
          <a:ln>
            <a:noFill/>
          </a:ln>
        </p:spPr>
      </p:sp>
      <p:sp>
        <p:nvSpPr>
          <p:cNvPr id="90" name="Google Shape;90;p2"/>
          <p:cNvSpPr/>
          <p:nvPr/>
        </p:nvSpPr>
        <p:spPr>
          <a:xfrm>
            <a:off x="14844808" y="8570089"/>
            <a:ext cx="4828984" cy="4820204"/>
          </a:xfrm>
          <a:custGeom>
            <a:rect b="b" l="l" r="r" t="t"/>
            <a:pathLst>
              <a:path extrusionOk="0" h="4820204" w="4828984">
                <a:moveTo>
                  <a:pt x="0" y="0"/>
                </a:moveTo>
                <a:lnTo>
                  <a:pt x="4828984" y="0"/>
                </a:lnTo>
                <a:lnTo>
                  <a:pt x="4828984" y="4820204"/>
                </a:lnTo>
                <a:lnTo>
                  <a:pt x="0" y="4820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" name="Google Shape;91;p2"/>
          <p:cNvSpPr/>
          <p:nvPr/>
        </p:nvSpPr>
        <p:spPr>
          <a:xfrm>
            <a:off x="15470233" y="372878"/>
            <a:ext cx="2524291" cy="2524291"/>
          </a:xfrm>
          <a:custGeom>
            <a:rect b="b" l="l" r="r" t="t"/>
            <a:pathLst>
              <a:path extrusionOk="0" h="2524291" w="2524291">
                <a:moveTo>
                  <a:pt x="0" y="0"/>
                </a:moveTo>
                <a:lnTo>
                  <a:pt x="2524291" y="0"/>
                </a:lnTo>
                <a:lnTo>
                  <a:pt x="2524291" y="2524291"/>
                </a:lnTo>
                <a:lnTo>
                  <a:pt x="0" y="25242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" name="Google Shape;92;p2"/>
          <p:cNvSpPr txBox="1"/>
          <p:nvPr/>
        </p:nvSpPr>
        <p:spPr>
          <a:xfrm>
            <a:off x="1028700" y="7043204"/>
            <a:ext cx="11127300" cy="4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</a:pPr>
            <a:r>
              <a:rPr b="0" i="0" lang="en-US" sz="3232" u="none" cap="none" strike="noStrike">
                <a:solidFill>
                  <a:srgbClr val="5CE1E6"/>
                </a:solidFill>
                <a:latin typeface="Poppins"/>
                <a:ea typeface="Poppins"/>
                <a:cs typeface="Poppins"/>
                <a:sym typeface="Poppins"/>
              </a:rPr>
              <a:t>AUX: Nombre Aux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"/>
          <p:cNvSpPr txBox="1"/>
          <p:nvPr/>
        </p:nvSpPr>
        <p:spPr>
          <a:xfrm>
            <a:off x="1028700" y="4871504"/>
            <a:ext cx="165789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Bienvenido al Laboratorio </a:t>
            </a:r>
            <a:endParaRPr b="1" i="0" sz="50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Semana 1</a:t>
            </a:r>
            <a:endParaRPr b="1" i="0" sz="50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4" name="Google Shape;94;p2"/>
          <p:cNvSpPr txBox="1"/>
          <p:nvPr/>
        </p:nvSpPr>
        <p:spPr>
          <a:xfrm>
            <a:off x="1028700" y="7638517"/>
            <a:ext cx="11127300" cy="4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</a:pPr>
            <a:r>
              <a:rPr b="0" i="0" lang="en-US" sz="3232" u="none" cap="none" strike="noStrike">
                <a:solidFill>
                  <a:srgbClr val="5CE1E6"/>
                </a:solidFill>
                <a:latin typeface="Poppins"/>
                <a:ea typeface="Poppins"/>
                <a:cs typeface="Poppins"/>
                <a:sym typeface="Poppins"/>
              </a:rPr>
              <a:t>Primer/Segundo Semestre 0000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/>
          <p:cNvSpPr/>
          <p:nvPr/>
        </p:nvSpPr>
        <p:spPr>
          <a:xfrm>
            <a:off x="-160692" y="-90502"/>
            <a:ext cx="18593584" cy="10471968"/>
          </a:xfrm>
          <a:custGeom>
            <a:rect b="b" l="l" r="r" t="t"/>
            <a:pathLst>
              <a:path extrusionOk="0" h="1913890" w="3398222">
                <a:moveTo>
                  <a:pt x="0" y="0"/>
                </a:moveTo>
                <a:lnTo>
                  <a:pt x="3398222" y="0"/>
                </a:lnTo>
                <a:lnTo>
                  <a:pt x="3398222" y="1913890"/>
                </a:lnTo>
                <a:lnTo>
                  <a:pt x="0" y="1913890"/>
                </a:lnTo>
                <a:close/>
              </a:path>
            </a:pathLst>
          </a:custGeom>
          <a:solidFill>
            <a:srgbClr val="D9D9D9">
              <a:alpha val="47843"/>
            </a:srgbClr>
          </a:solidFill>
          <a:ln>
            <a:noFill/>
          </a:ln>
        </p:spPr>
      </p:sp>
      <p:sp>
        <p:nvSpPr>
          <p:cNvPr id="100" name="Google Shape;100;p3"/>
          <p:cNvSpPr/>
          <p:nvPr/>
        </p:nvSpPr>
        <p:spPr>
          <a:xfrm rot="9451627">
            <a:off x="-1152667" y="-1825468"/>
            <a:ext cx="5343238" cy="4041431"/>
          </a:xfrm>
          <a:custGeom>
            <a:rect b="b" l="l" r="r" t="t"/>
            <a:pathLst>
              <a:path extrusionOk="0" h="4041431" w="5343238">
                <a:moveTo>
                  <a:pt x="0" y="0"/>
                </a:moveTo>
                <a:lnTo>
                  <a:pt x="5343238" y="0"/>
                </a:lnTo>
                <a:lnTo>
                  <a:pt x="5343238" y="4041431"/>
                </a:lnTo>
                <a:lnTo>
                  <a:pt x="0" y="40414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p3"/>
          <p:cNvSpPr/>
          <p:nvPr/>
        </p:nvSpPr>
        <p:spPr>
          <a:xfrm>
            <a:off x="-1421876" y="-3678699"/>
            <a:ext cx="5285099" cy="5256271"/>
          </a:xfrm>
          <a:custGeom>
            <a:rect b="b" l="l" r="r" t="t"/>
            <a:pathLst>
              <a:path extrusionOk="0" h="5256271" w="5285099">
                <a:moveTo>
                  <a:pt x="0" y="0"/>
                </a:moveTo>
                <a:lnTo>
                  <a:pt x="5285099" y="0"/>
                </a:lnTo>
                <a:lnTo>
                  <a:pt x="5285099" y="5256271"/>
                </a:lnTo>
                <a:lnTo>
                  <a:pt x="0" y="52562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2" name="Google Shape;102;p3"/>
          <p:cNvSpPr/>
          <p:nvPr/>
        </p:nvSpPr>
        <p:spPr>
          <a:xfrm rot="-2308677">
            <a:off x="9698130" y="2166602"/>
            <a:ext cx="12650197" cy="9568149"/>
          </a:xfrm>
          <a:custGeom>
            <a:rect b="b" l="l" r="r" t="t"/>
            <a:pathLst>
              <a:path extrusionOk="0" h="9568149" w="12650197">
                <a:moveTo>
                  <a:pt x="0" y="0"/>
                </a:moveTo>
                <a:lnTo>
                  <a:pt x="12650197" y="0"/>
                </a:lnTo>
                <a:lnTo>
                  <a:pt x="12650197" y="9568149"/>
                </a:lnTo>
                <a:lnTo>
                  <a:pt x="0" y="95681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6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3" name="Google Shape;103;p3"/>
          <p:cNvSpPr/>
          <p:nvPr/>
        </p:nvSpPr>
        <p:spPr>
          <a:xfrm>
            <a:off x="17981351" y="9071880"/>
            <a:ext cx="322049" cy="1215120"/>
          </a:xfrm>
          <a:custGeom>
            <a:rect b="b" l="l" r="r" t="t"/>
            <a:pathLst>
              <a:path extrusionOk="0" h="754960" w="200091">
                <a:moveTo>
                  <a:pt x="0" y="0"/>
                </a:moveTo>
                <a:lnTo>
                  <a:pt x="200091" y="0"/>
                </a:lnTo>
                <a:lnTo>
                  <a:pt x="200091" y="754960"/>
                </a:lnTo>
                <a:lnTo>
                  <a:pt x="0" y="754960"/>
                </a:lnTo>
                <a:close/>
              </a:path>
            </a:pathLst>
          </a:custGeom>
          <a:solidFill>
            <a:srgbClr val="1B4A9B"/>
          </a:solidFill>
          <a:ln>
            <a:noFill/>
          </a:ln>
        </p:spPr>
      </p:sp>
      <p:sp>
        <p:nvSpPr>
          <p:cNvPr id="104" name="Google Shape;104;p3"/>
          <p:cNvSpPr txBox="1"/>
          <p:nvPr/>
        </p:nvSpPr>
        <p:spPr>
          <a:xfrm>
            <a:off x="3908316" y="2655102"/>
            <a:ext cx="10471367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1" lang="en-US" sz="5000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17046764" y="3182967"/>
            <a:ext cx="4828984" cy="4820204"/>
          </a:xfrm>
          <a:custGeom>
            <a:rect b="b" l="l" r="r" t="t"/>
            <a:pathLst>
              <a:path extrusionOk="0" h="4820204" w="4828984">
                <a:moveTo>
                  <a:pt x="0" y="0"/>
                </a:moveTo>
                <a:lnTo>
                  <a:pt x="4828984" y="0"/>
                </a:lnTo>
                <a:lnTo>
                  <a:pt x="4828984" y="4820204"/>
                </a:lnTo>
                <a:lnTo>
                  <a:pt x="0" y="4820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4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6" name="Google Shape;106;p3"/>
          <p:cNvSpPr txBox="1"/>
          <p:nvPr/>
        </p:nvSpPr>
        <p:spPr>
          <a:xfrm>
            <a:off x="4328963" y="4196532"/>
            <a:ext cx="8306586" cy="566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Temas y Actividades a realizar: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3"/>
          <p:cNvSpPr txBox="1"/>
          <p:nvPr/>
        </p:nvSpPr>
        <p:spPr>
          <a:xfrm>
            <a:off x="3908316" y="5388114"/>
            <a:ext cx="7785741" cy="26150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5439" lvl="1" marL="690881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3200"/>
              <a:buFont typeface="Arial"/>
              <a:buChar char="•"/>
            </a:pPr>
            <a:r>
              <a:rPr b="1" i="0" lang="en-US" sz="3200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Información General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5439" lvl="1" marL="690881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3200"/>
              <a:buFont typeface="Arial"/>
              <a:buChar char="•"/>
            </a:pPr>
            <a:r>
              <a:rPr b="1" i="0" lang="en-US" sz="3200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Ponderación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5439" lvl="1" marL="690881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3200"/>
              <a:buFont typeface="Arial"/>
              <a:buChar char="•"/>
            </a:pPr>
            <a:r>
              <a:rPr b="1" i="0" lang="en-US" sz="3200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Formato Entregables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5439" lvl="1" marL="690881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3200"/>
              <a:buFont typeface="Arial"/>
              <a:buChar char="•"/>
            </a:pPr>
            <a:r>
              <a:rPr b="1" i="0" lang="en-US" sz="3200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Lectura Programa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5439" lvl="1" marL="690881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3200"/>
              <a:buFont typeface="Arial"/>
              <a:buChar char="•"/>
            </a:pPr>
            <a:r>
              <a:rPr b="1" i="0" lang="en-US" sz="3200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Introducción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5439" lvl="1" marL="690881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3200"/>
              <a:buFont typeface="Arial"/>
              <a:buChar char="•"/>
            </a:pPr>
            <a:r>
              <a:rPr b="1" i="0" lang="en-US" sz="3200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Dudas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15172272" y="6448224"/>
            <a:ext cx="2087028" cy="3109894"/>
          </a:xfrm>
          <a:custGeom>
            <a:rect b="b" l="l" r="r" t="t"/>
            <a:pathLst>
              <a:path extrusionOk="0" h="3109894" w="2087028">
                <a:moveTo>
                  <a:pt x="0" y="0"/>
                </a:moveTo>
                <a:lnTo>
                  <a:pt x="2087028" y="0"/>
                </a:lnTo>
                <a:lnTo>
                  <a:pt x="2087028" y="3109894"/>
                </a:lnTo>
                <a:lnTo>
                  <a:pt x="0" y="31098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/>
          <p:nvPr/>
        </p:nvSpPr>
        <p:spPr>
          <a:xfrm>
            <a:off x="-160692" y="-90502"/>
            <a:ext cx="18593584" cy="10471968"/>
          </a:xfrm>
          <a:custGeom>
            <a:rect b="b" l="l" r="r" t="t"/>
            <a:pathLst>
              <a:path extrusionOk="0" h="1913890" w="3398222">
                <a:moveTo>
                  <a:pt x="0" y="0"/>
                </a:moveTo>
                <a:lnTo>
                  <a:pt x="3398222" y="0"/>
                </a:lnTo>
                <a:lnTo>
                  <a:pt x="3398222" y="1913890"/>
                </a:lnTo>
                <a:lnTo>
                  <a:pt x="0" y="1913890"/>
                </a:lnTo>
                <a:close/>
              </a:path>
            </a:pathLst>
          </a:custGeom>
          <a:solidFill>
            <a:srgbClr val="D9D9D9">
              <a:alpha val="47843"/>
            </a:srgbClr>
          </a:solidFill>
          <a:ln>
            <a:noFill/>
          </a:ln>
        </p:spPr>
      </p:sp>
      <p:sp>
        <p:nvSpPr>
          <p:cNvPr id="114" name="Google Shape;114;p4"/>
          <p:cNvSpPr/>
          <p:nvPr/>
        </p:nvSpPr>
        <p:spPr>
          <a:xfrm rot="-2308677">
            <a:off x="9698130" y="2166602"/>
            <a:ext cx="12650197" cy="9568149"/>
          </a:xfrm>
          <a:custGeom>
            <a:rect b="b" l="l" r="r" t="t"/>
            <a:pathLst>
              <a:path extrusionOk="0" h="9568149" w="12650197">
                <a:moveTo>
                  <a:pt x="0" y="0"/>
                </a:moveTo>
                <a:lnTo>
                  <a:pt x="12650197" y="0"/>
                </a:lnTo>
                <a:lnTo>
                  <a:pt x="12650197" y="9568149"/>
                </a:lnTo>
                <a:lnTo>
                  <a:pt x="0" y="95681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999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15" name="Google Shape;115;p4"/>
          <p:cNvGrpSpPr/>
          <p:nvPr/>
        </p:nvGrpSpPr>
        <p:grpSpPr>
          <a:xfrm rot="9869556">
            <a:off x="14431083" y="6569611"/>
            <a:ext cx="6482297" cy="6762426"/>
            <a:chOff x="0" y="0"/>
            <a:chExt cx="8643063" cy="9016568"/>
          </a:xfrm>
        </p:grpSpPr>
        <p:sp>
          <p:nvSpPr>
            <p:cNvPr id="116" name="Google Shape;116;p4"/>
            <p:cNvSpPr/>
            <p:nvPr/>
          </p:nvSpPr>
          <p:spPr>
            <a:xfrm rot="9451627">
              <a:off x="759373" y="2470974"/>
              <a:ext cx="7124318" cy="5388575"/>
            </a:xfrm>
            <a:custGeom>
              <a:rect b="b" l="l" r="r" t="t"/>
              <a:pathLst>
                <a:path extrusionOk="0" h="5388575" w="7124318">
                  <a:moveTo>
                    <a:pt x="0" y="0"/>
                  </a:moveTo>
                  <a:lnTo>
                    <a:pt x="7124317" y="0"/>
                  </a:lnTo>
                  <a:lnTo>
                    <a:pt x="7124317" y="5388575"/>
                  </a:lnTo>
                  <a:lnTo>
                    <a:pt x="0" y="538857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17" name="Google Shape;117;p4"/>
            <p:cNvSpPr/>
            <p:nvPr/>
          </p:nvSpPr>
          <p:spPr>
            <a:xfrm>
              <a:off x="400428" y="0"/>
              <a:ext cx="7046798" cy="7008361"/>
            </a:xfrm>
            <a:custGeom>
              <a:rect b="b" l="l" r="r" t="t"/>
              <a:pathLst>
                <a:path extrusionOk="0" h="7008361" w="7046798">
                  <a:moveTo>
                    <a:pt x="0" y="0"/>
                  </a:moveTo>
                  <a:lnTo>
                    <a:pt x="7046798" y="0"/>
                  </a:lnTo>
                  <a:lnTo>
                    <a:pt x="7046798" y="7008361"/>
                  </a:lnTo>
                  <a:lnTo>
                    <a:pt x="0" y="700836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18" name="Google Shape;118;p4"/>
          <p:cNvSpPr/>
          <p:nvPr/>
        </p:nvSpPr>
        <p:spPr>
          <a:xfrm>
            <a:off x="10087911" y="-4008763"/>
            <a:ext cx="4828984" cy="4820204"/>
          </a:xfrm>
          <a:custGeom>
            <a:rect b="b" l="l" r="r" t="t"/>
            <a:pathLst>
              <a:path extrusionOk="0" h="4820204" w="4828984">
                <a:moveTo>
                  <a:pt x="0" y="0"/>
                </a:moveTo>
                <a:lnTo>
                  <a:pt x="4828984" y="0"/>
                </a:lnTo>
                <a:lnTo>
                  <a:pt x="4828984" y="4820204"/>
                </a:lnTo>
                <a:lnTo>
                  <a:pt x="0" y="4820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47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19" name="Google Shape;119;p4"/>
          <p:cNvGrpSpPr/>
          <p:nvPr/>
        </p:nvGrpSpPr>
        <p:grpSpPr>
          <a:xfrm>
            <a:off x="540010" y="1789670"/>
            <a:ext cx="6707659" cy="6707659"/>
            <a:chOff x="0" y="0"/>
            <a:chExt cx="8943546" cy="8943546"/>
          </a:xfrm>
        </p:grpSpPr>
        <p:sp>
          <p:nvSpPr>
            <p:cNvPr id="120" name="Google Shape;120;p4"/>
            <p:cNvSpPr/>
            <p:nvPr/>
          </p:nvSpPr>
          <p:spPr>
            <a:xfrm>
              <a:off x="0" y="0"/>
              <a:ext cx="8943546" cy="8943546"/>
            </a:xfrm>
            <a:custGeom>
              <a:rect b="b" l="l" r="r" t="t"/>
              <a:pathLst>
                <a:path extrusionOk="0" h="8943546" w="8943546">
                  <a:moveTo>
                    <a:pt x="0" y="0"/>
                  </a:moveTo>
                  <a:lnTo>
                    <a:pt x="8943546" y="0"/>
                  </a:lnTo>
                  <a:lnTo>
                    <a:pt x="8943546" y="8943546"/>
                  </a:lnTo>
                  <a:lnTo>
                    <a:pt x="0" y="894354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 amt="12000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21" name="Google Shape;121;p4"/>
            <p:cNvSpPr/>
            <p:nvPr/>
          </p:nvSpPr>
          <p:spPr>
            <a:xfrm>
              <a:off x="476944" y="476944"/>
              <a:ext cx="7989659" cy="7989659"/>
            </a:xfrm>
            <a:custGeom>
              <a:rect b="b" l="l" r="r" t="t"/>
              <a:pathLst>
                <a:path extrusionOk="0" h="7989659" w="7989659">
                  <a:moveTo>
                    <a:pt x="0" y="0"/>
                  </a:moveTo>
                  <a:lnTo>
                    <a:pt x="7989658" y="0"/>
                  </a:lnTo>
                  <a:lnTo>
                    <a:pt x="7989658" y="7989658"/>
                  </a:lnTo>
                  <a:lnTo>
                    <a:pt x="0" y="798965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22" name="Google Shape;122;p4"/>
          <p:cNvSpPr/>
          <p:nvPr/>
        </p:nvSpPr>
        <p:spPr>
          <a:xfrm>
            <a:off x="1003789" y="2310208"/>
            <a:ext cx="5648705" cy="5648705"/>
          </a:xfrm>
          <a:custGeom>
            <a:rect b="b" l="l" r="r" t="t"/>
            <a:pathLst>
              <a:path extrusionOk="0" h="5255260" w="5255260">
                <a:moveTo>
                  <a:pt x="2627630" y="0"/>
                </a:moveTo>
                <a:cubicBezTo>
                  <a:pt x="1176430" y="0"/>
                  <a:pt x="0" y="1176430"/>
                  <a:pt x="0" y="2627630"/>
                </a:cubicBezTo>
                <a:cubicBezTo>
                  <a:pt x="0" y="4078830"/>
                  <a:pt x="1176430" y="5255260"/>
                  <a:pt x="2627630" y="5255260"/>
                </a:cubicBezTo>
                <a:cubicBezTo>
                  <a:pt x="4078830" y="5255260"/>
                  <a:pt x="5255260" y="4078830"/>
                  <a:pt x="5255260" y="2627630"/>
                </a:cubicBezTo>
                <a:cubicBezTo>
                  <a:pt x="5255260" y="1176430"/>
                  <a:pt x="4078830" y="0"/>
                  <a:pt x="2627630" y="0"/>
                </a:cubicBez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-25043" r="-25041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4"/>
          <p:cNvSpPr txBox="1"/>
          <p:nvPr/>
        </p:nvSpPr>
        <p:spPr>
          <a:xfrm>
            <a:off x="7712344" y="3149238"/>
            <a:ext cx="6857861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rPr b="1" i="1" lang="en-US" sz="3999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Datos Personales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4"/>
          <p:cNvSpPr txBox="1"/>
          <p:nvPr/>
        </p:nvSpPr>
        <p:spPr>
          <a:xfrm>
            <a:off x="8873606" y="4041608"/>
            <a:ext cx="710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Correo: correo@mail.com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4"/>
          <p:cNvSpPr txBox="1"/>
          <p:nvPr/>
        </p:nvSpPr>
        <p:spPr>
          <a:xfrm>
            <a:off x="8873606" y="4632687"/>
            <a:ext cx="7108142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Asunto: [MIA] &lt;Descripción&gt;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4"/>
          <p:cNvSpPr txBox="1"/>
          <p:nvPr/>
        </p:nvSpPr>
        <p:spPr>
          <a:xfrm>
            <a:off x="9726835" y="5404212"/>
            <a:ext cx="7108142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Ejemplo: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4"/>
          <p:cNvSpPr txBox="1"/>
          <p:nvPr/>
        </p:nvSpPr>
        <p:spPr>
          <a:xfrm>
            <a:off x="11548413" y="5994762"/>
            <a:ext cx="7108142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[MIA] Justificación Tarea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4"/>
          <p:cNvSpPr txBox="1"/>
          <p:nvPr/>
        </p:nvSpPr>
        <p:spPr>
          <a:xfrm>
            <a:off x="11548413" y="6585312"/>
            <a:ext cx="7108142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[MIA] Preguntas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"/>
          <p:cNvSpPr/>
          <p:nvPr/>
        </p:nvSpPr>
        <p:spPr>
          <a:xfrm>
            <a:off x="-160692" y="-90502"/>
            <a:ext cx="18593584" cy="10471968"/>
          </a:xfrm>
          <a:custGeom>
            <a:rect b="b" l="l" r="r" t="t"/>
            <a:pathLst>
              <a:path extrusionOk="0" h="1913890" w="3398222">
                <a:moveTo>
                  <a:pt x="0" y="0"/>
                </a:moveTo>
                <a:lnTo>
                  <a:pt x="3398222" y="0"/>
                </a:lnTo>
                <a:lnTo>
                  <a:pt x="3398222" y="1913890"/>
                </a:lnTo>
                <a:lnTo>
                  <a:pt x="0" y="1913890"/>
                </a:lnTo>
                <a:close/>
              </a:path>
            </a:pathLst>
          </a:custGeom>
          <a:solidFill>
            <a:srgbClr val="D9D9D9">
              <a:alpha val="47843"/>
            </a:srgbClr>
          </a:solidFill>
          <a:ln>
            <a:noFill/>
          </a:ln>
        </p:spPr>
      </p:sp>
      <p:sp>
        <p:nvSpPr>
          <p:cNvPr id="134" name="Google Shape;134;p5"/>
          <p:cNvSpPr/>
          <p:nvPr/>
        </p:nvSpPr>
        <p:spPr>
          <a:xfrm rot="9451627">
            <a:off x="-1152667" y="-1825468"/>
            <a:ext cx="5343238" cy="4041431"/>
          </a:xfrm>
          <a:custGeom>
            <a:rect b="b" l="l" r="r" t="t"/>
            <a:pathLst>
              <a:path extrusionOk="0" h="4041431" w="5343238">
                <a:moveTo>
                  <a:pt x="0" y="0"/>
                </a:moveTo>
                <a:lnTo>
                  <a:pt x="5343238" y="0"/>
                </a:lnTo>
                <a:lnTo>
                  <a:pt x="5343238" y="4041431"/>
                </a:lnTo>
                <a:lnTo>
                  <a:pt x="0" y="40414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5" name="Google Shape;135;p5"/>
          <p:cNvSpPr/>
          <p:nvPr/>
        </p:nvSpPr>
        <p:spPr>
          <a:xfrm>
            <a:off x="-1421876" y="-3678699"/>
            <a:ext cx="5285099" cy="5256271"/>
          </a:xfrm>
          <a:custGeom>
            <a:rect b="b" l="l" r="r" t="t"/>
            <a:pathLst>
              <a:path extrusionOk="0" h="5256271" w="5285099">
                <a:moveTo>
                  <a:pt x="0" y="0"/>
                </a:moveTo>
                <a:lnTo>
                  <a:pt x="5285099" y="0"/>
                </a:lnTo>
                <a:lnTo>
                  <a:pt x="5285099" y="5256271"/>
                </a:lnTo>
                <a:lnTo>
                  <a:pt x="0" y="52562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6" name="Google Shape;136;p5"/>
          <p:cNvSpPr/>
          <p:nvPr/>
        </p:nvSpPr>
        <p:spPr>
          <a:xfrm rot="-2308677">
            <a:off x="9698130" y="2166602"/>
            <a:ext cx="12650197" cy="9568149"/>
          </a:xfrm>
          <a:custGeom>
            <a:rect b="b" l="l" r="r" t="t"/>
            <a:pathLst>
              <a:path extrusionOk="0" h="9568149" w="12650197">
                <a:moveTo>
                  <a:pt x="0" y="0"/>
                </a:moveTo>
                <a:lnTo>
                  <a:pt x="12650197" y="0"/>
                </a:lnTo>
                <a:lnTo>
                  <a:pt x="12650197" y="9568149"/>
                </a:lnTo>
                <a:lnTo>
                  <a:pt x="0" y="95681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6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5"/>
          <p:cNvSpPr/>
          <p:nvPr/>
        </p:nvSpPr>
        <p:spPr>
          <a:xfrm>
            <a:off x="17981351" y="9071880"/>
            <a:ext cx="322049" cy="1215120"/>
          </a:xfrm>
          <a:custGeom>
            <a:rect b="b" l="l" r="r" t="t"/>
            <a:pathLst>
              <a:path extrusionOk="0" h="754960" w="200091">
                <a:moveTo>
                  <a:pt x="0" y="0"/>
                </a:moveTo>
                <a:lnTo>
                  <a:pt x="200091" y="0"/>
                </a:lnTo>
                <a:lnTo>
                  <a:pt x="200091" y="754960"/>
                </a:lnTo>
                <a:lnTo>
                  <a:pt x="0" y="754960"/>
                </a:lnTo>
                <a:close/>
              </a:path>
            </a:pathLst>
          </a:custGeom>
          <a:solidFill>
            <a:srgbClr val="1B4A9B"/>
          </a:solidFill>
          <a:ln>
            <a:noFill/>
          </a:ln>
        </p:spPr>
      </p:sp>
      <p:sp>
        <p:nvSpPr>
          <p:cNvPr id="138" name="Google Shape;138;p5"/>
          <p:cNvSpPr/>
          <p:nvPr/>
        </p:nvSpPr>
        <p:spPr>
          <a:xfrm>
            <a:off x="17046764" y="3182967"/>
            <a:ext cx="4828984" cy="4820204"/>
          </a:xfrm>
          <a:custGeom>
            <a:rect b="b" l="l" r="r" t="t"/>
            <a:pathLst>
              <a:path extrusionOk="0" h="4820204" w="4828984">
                <a:moveTo>
                  <a:pt x="0" y="0"/>
                </a:moveTo>
                <a:lnTo>
                  <a:pt x="4828984" y="0"/>
                </a:lnTo>
                <a:lnTo>
                  <a:pt x="4828984" y="4820204"/>
                </a:lnTo>
                <a:lnTo>
                  <a:pt x="0" y="4820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4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9" name="Google Shape;139;p5"/>
          <p:cNvSpPr txBox="1"/>
          <p:nvPr/>
        </p:nvSpPr>
        <p:spPr>
          <a:xfrm>
            <a:off x="3908316" y="1611342"/>
            <a:ext cx="104715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1" lang="en-US" sz="5000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Ponderación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0" name="Google Shape;140;p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75811" y="3003250"/>
            <a:ext cx="5920575" cy="393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"/>
          <p:cNvSpPr/>
          <p:nvPr/>
        </p:nvSpPr>
        <p:spPr>
          <a:xfrm>
            <a:off x="-160692" y="-90502"/>
            <a:ext cx="18593584" cy="10471968"/>
          </a:xfrm>
          <a:custGeom>
            <a:rect b="b" l="l" r="r" t="t"/>
            <a:pathLst>
              <a:path extrusionOk="0" h="1913890" w="3398222">
                <a:moveTo>
                  <a:pt x="0" y="0"/>
                </a:moveTo>
                <a:lnTo>
                  <a:pt x="3398222" y="0"/>
                </a:lnTo>
                <a:lnTo>
                  <a:pt x="3398222" y="1913890"/>
                </a:lnTo>
                <a:lnTo>
                  <a:pt x="0" y="1913890"/>
                </a:lnTo>
                <a:close/>
              </a:path>
            </a:pathLst>
          </a:custGeom>
          <a:solidFill>
            <a:srgbClr val="D9D9D9">
              <a:alpha val="47843"/>
            </a:srgbClr>
          </a:solidFill>
          <a:ln>
            <a:noFill/>
          </a:ln>
        </p:spPr>
      </p:sp>
      <p:sp>
        <p:nvSpPr>
          <p:cNvPr id="146" name="Google Shape;146;p6"/>
          <p:cNvSpPr/>
          <p:nvPr/>
        </p:nvSpPr>
        <p:spPr>
          <a:xfrm rot="-2308677">
            <a:off x="9698130" y="2166602"/>
            <a:ext cx="12650197" cy="9568149"/>
          </a:xfrm>
          <a:custGeom>
            <a:rect b="b" l="l" r="r" t="t"/>
            <a:pathLst>
              <a:path extrusionOk="0" h="9568149" w="12650197">
                <a:moveTo>
                  <a:pt x="0" y="0"/>
                </a:moveTo>
                <a:lnTo>
                  <a:pt x="12650197" y="0"/>
                </a:lnTo>
                <a:lnTo>
                  <a:pt x="12650197" y="9568149"/>
                </a:lnTo>
                <a:lnTo>
                  <a:pt x="0" y="95681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999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47" name="Google Shape;147;p6"/>
          <p:cNvGrpSpPr/>
          <p:nvPr/>
        </p:nvGrpSpPr>
        <p:grpSpPr>
          <a:xfrm rot="9869556">
            <a:off x="14431083" y="6569611"/>
            <a:ext cx="6482297" cy="6762426"/>
            <a:chOff x="0" y="0"/>
            <a:chExt cx="8643063" cy="9016568"/>
          </a:xfrm>
        </p:grpSpPr>
        <p:sp>
          <p:nvSpPr>
            <p:cNvPr id="148" name="Google Shape;148;p6"/>
            <p:cNvSpPr/>
            <p:nvPr/>
          </p:nvSpPr>
          <p:spPr>
            <a:xfrm rot="9451627">
              <a:off x="759373" y="2470974"/>
              <a:ext cx="7124318" cy="5388575"/>
            </a:xfrm>
            <a:custGeom>
              <a:rect b="b" l="l" r="r" t="t"/>
              <a:pathLst>
                <a:path extrusionOk="0" h="5388575" w="7124318">
                  <a:moveTo>
                    <a:pt x="0" y="0"/>
                  </a:moveTo>
                  <a:lnTo>
                    <a:pt x="7124317" y="0"/>
                  </a:lnTo>
                  <a:lnTo>
                    <a:pt x="7124317" y="5388575"/>
                  </a:lnTo>
                  <a:lnTo>
                    <a:pt x="0" y="538857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49" name="Google Shape;149;p6"/>
            <p:cNvSpPr/>
            <p:nvPr/>
          </p:nvSpPr>
          <p:spPr>
            <a:xfrm>
              <a:off x="400428" y="0"/>
              <a:ext cx="7046798" cy="7008361"/>
            </a:xfrm>
            <a:custGeom>
              <a:rect b="b" l="l" r="r" t="t"/>
              <a:pathLst>
                <a:path extrusionOk="0" h="7008361" w="7046798">
                  <a:moveTo>
                    <a:pt x="0" y="0"/>
                  </a:moveTo>
                  <a:lnTo>
                    <a:pt x="7046798" y="0"/>
                  </a:lnTo>
                  <a:lnTo>
                    <a:pt x="7046798" y="7008361"/>
                  </a:lnTo>
                  <a:lnTo>
                    <a:pt x="0" y="700836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50" name="Google Shape;150;p6"/>
          <p:cNvSpPr/>
          <p:nvPr/>
        </p:nvSpPr>
        <p:spPr>
          <a:xfrm>
            <a:off x="10087911" y="-4008763"/>
            <a:ext cx="4828984" cy="4820204"/>
          </a:xfrm>
          <a:custGeom>
            <a:rect b="b" l="l" r="r" t="t"/>
            <a:pathLst>
              <a:path extrusionOk="0" h="4820204" w="4828984">
                <a:moveTo>
                  <a:pt x="0" y="0"/>
                </a:moveTo>
                <a:lnTo>
                  <a:pt x="4828984" y="0"/>
                </a:lnTo>
                <a:lnTo>
                  <a:pt x="4828984" y="4820204"/>
                </a:lnTo>
                <a:lnTo>
                  <a:pt x="0" y="4820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47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51" name="Google Shape;151;p6"/>
          <p:cNvGrpSpPr/>
          <p:nvPr/>
        </p:nvGrpSpPr>
        <p:grpSpPr>
          <a:xfrm>
            <a:off x="540010" y="1789670"/>
            <a:ext cx="6707659" cy="6707659"/>
            <a:chOff x="0" y="0"/>
            <a:chExt cx="8943546" cy="8943546"/>
          </a:xfrm>
        </p:grpSpPr>
        <p:sp>
          <p:nvSpPr>
            <p:cNvPr id="152" name="Google Shape;152;p6"/>
            <p:cNvSpPr/>
            <p:nvPr/>
          </p:nvSpPr>
          <p:spPr>
            <a:xfrm>
              <a:off x="0" y="0"/>
              <a:ext cx="8943546" cy="8943546"/>
            </a:xfrm>
            <a:custGeom>
              <a:rect b="b" l="l" r="r" t="t"/>
              <a:pathLst>
                <a:path extrusionOk="0" h="8943546" w="8943546">
                  <a:moveTo>
                    <a:pt x="0" y="0"/>
                  </a:moveTo>
                  <a:lnTo>
                    <a:pt x="8943546" y="0"/>
                  </a:lnTo>
                  <a:lnTo>
                    <a:pt x="8943546" y="8943546"/>
                  </a:lnTo>
                  <a:lnTo>
                    <a:pt x="0" y="894354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 amt="12000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53" name="Google Shape;153;p6"/>
            <p:cNvSpPr/>
            <p:nvPr/>
          </p:nvSpPr>
          <p:spPr>
            <a:xfrm>
              <a:off x="476944" y="476944"/>
              <a:ext cx="7989659" cy="7989659"/>
            </a:xfrm>
            <a:custGeom>
              <a:rect b="b" l="l" r="r" t="t"/>
              <a:pathLst>
                <a:path extrusionOk="0" h="7989659" w="7989659">
                  <a:moveTo>
                    <a:pt x="0" y="0"/>
                  </a:moveTo>
                  <a:lnTo>
                    <a:pt x="7989658" y="0"/>
                  </a:lnTo>
                  <a:lnTo>
                    <a:pt x="7989658" y="7989658"/>
                  </a:lnTo>
                  <a:lnTo>
                    <a:pt x="0" y="798965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54" name="Google Shape;154;p6"/>
          <p:cNvSpPr/>
          <p:nvPr/>
        </p:nvSpPr>
        <p:spPr>
          <a:xfrm>
            <a:off x="1003789" y="2310208"/>
            <a:ext cx="5648705" cy="5648705"/>
          </a:xfrm>
          <a:custGeom>
            <a:rect b="b" l="l" r="r" t="t"/>
            <a:pathLst>
              <a:path extrusionOk="0" h="5255260" w="5255260">
                <a:moveTo>
                  <a:pt x="2627630" y="0"/>
                </a:moveTo>
                <a:cubicBezTo>
                  <a:pt x="1176430" y="0"/>
                  <a:pt x="0" y="1176430"/>
                  <a:pt x="0" y="2627630"/>
                </a:cubicBezTo>
                <a:cubicBezTo>
                  <a:pt x="0" y="4078830"/>
                  <a:pt x="1176430" y="5255260"/>
                  <a:pt x="2627630" y="5255260"/>
                </a:cubicBezTo>
                <a:cubicBezTo>
                  <a:pt x="4078830" y="5255260"/>
                  <a:pt x="5255260" y="4078830"/>
                  <a:pt x="5255260" y="2627630"/>
                </a:cubicBezTo>
                <a:cubicBezTo>
                  <a:pt x="5255260" y="1176430"/>
                  <a:pt x="4078830" y="0"/>
                  <a:pt x="2627630" y="0"/>
                </a:cubicBez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-25043" r="-25041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6"/>
          <p:cNvSpPr txBox="1"/>
          <p:nvPr/>
        </p:nvSpPr>
        <p:spPr>
          <a:xfrm>
            <a:off x="7712344" y="2309929"/>
            <a:ext cx="6857861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rPr b="1" i="1" lang="en-US" sz="3999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Formato entregables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6"/>
          <p:cNvSpPr txBox="1"/>
          <p:nvPr/>
        </p:nvSpPr>
        <p:spPr>
          <a:xfrm>
            <a:off x="8873606" y="3202298"/>
            <a:ext cx="710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Ejercicios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6"/>
          <p:cNvSpPr txBox="1"/>
          <p:nvPr/>
        </p:nvSpPr>
        <p:spPr>
          <a:xfrm>
            <a:off x="9688760" y="4472479"/>
            <a:ext cx="7108142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Ejemplo: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6"/>
          <p:cNvSpPr txBox="1"/>
          <p:nvPr/>
        </p:nvSpPr>
        <p:spPr>
          <a:xfrm>
            <a:off x="9508554" y="3789841"/>
            <a:ext cx="710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[MIA]</a:t>
            </a:r>
            <a:r>
              <a:rPr lang="en-US" sz="30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b="0" i="0" lang="en-US" sz="3000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#_#Carneé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6"/>
          <p:cNvSpPr txBox="1"/>
          <p:nvPr/>
        </p:nvSpPr>
        <p:spPr>
          <a:xfrm>
            <a:off x="11324750" y="4929679"/>
            <a:ext cx="710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[MIA]E1_Canet.pdf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8880" l="0" r="0" t="-38884"/>
            </a:stretch>
          </a:blipFill>
          <a:ln>
            <a:noFill/>
          </a:ln>
        </p:spPr>
      </p:sp>
      <p:sp>
        <p:nvSpPr>
          <p:cNvPr id="165" name="Google Shape;165;p7"/>
          <p:cNvSpPr/>
          <p:nvPr/>
        </p:nvSpPr>
        <p:spPr>
          <a:xfrm>
            <a:off x="-160692" y="-149623"/>
            <a:ext cx="18609385" cy="10591576"/>
          </a:xfrm>
          <a:custGeom>
            <a:rect b="b" l="l" r="r" t="t"/>
            <a:pathLst>
              <a:path extrusionOk="0" h="1970170" w="3461586">
                <a:moveTo>
                  <a:pt x="0" y="0"/>
                </a:moveTo>
                <a:lnTo>
                  <a:pt x="3461586" y="0"/>
                </a:lnTo>
                <a:lnTo>
                  <a:pt x="3461586" y="1970170"/>
                </a:lnTo>
                <a:lnTo>
                  <a:pt x="0" y="1970170"/>
                </a:lnTo>
                <a:close/>
              </a:path>
            </a:pathLst>
          </a:custGeom>
          <a:solidFill>
            <a:srgbClr val="14056D">
              <a:alpha val="19215"/>
            </a:srgbClr>
          </a:solidFill>
          <a:ln>
            <a:noFill/>
          </a:ln>
        </p:spPr>
      </p:sp>
      <p:sp>
        <p:nvSpPr>
          <p:cNvPr id="166" name="Google Shape;166;p7"/>
          <p:cNvSpPr/>
          <p:nvPr/>
        </p:nvSpPr>
        <p:spPr>
          <a:xfrm rot="9451627">
            <a:off x="-1353129" y="-1492681"/>
            <a:ext cx="6707049" cy="5072968"/>
          </a:xfrm>
          <a:custGeom>
            <a:rect b="b" l="l" r="r" t="t"/>
            <a:pathLst>
              <a:path extrusionOk="0" h="5072968" w="6707049">
                <a:moveTo>
                  <a:pt x="0" y="0"/>
                </a:moveTo>
                <a:lnTo>
                  <a:pt x="6707049" y="0"/>
                </a:lnTo>
                <a:lnTo>
                  <a:pt x="6707049" y="5072968"/>
                </a:lnTo>
                <a:lnTo>
                  <a:pt x="0" y="50729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7" name="Google Shape;167;p7"/>
          <p:cNvSpPr/>
          <p:nvPr/>
        </p:nvSpPr>
        <p:spPr>
          <a:xfrm>
            <a:off x="-2413596" y="-3078771"/>
            <a:ext cx="6634070" cy="6597885"/>
          </a:xfrm>
          <a:custGeom>
            <a:rect b="b" l="l" r="r" t="t"/>
            <a:pathLst>
              <a:path extrusionOk="0" h="6597885" w="6634070">
                <a:moveTo>
                  <a:pt x="0" y="0"/>
                </a:moveTo>
                <a:lnTo>
                  <a:pt x="6634070" y="0"/>
                </a:lnTo>
                <a:lnTo>
                  <a:pt x="6634070" y="6597884"/>
                </a:lnTo>
                <a:lnTo>
                  <a:pt x="0" y="65978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8" name="Google Shape;168;p7"/>
          <p:cNvSpPr/>
          <p:nvPr/>
        </p:nvSpPr>
        <p:spPr>
          <a:xfrm rot="-2308677">
            <a:off x="9580469" y="2205032"/>
            <a:ext cx="12650197" cy="9568149"/>
          </a:xfrm>
          <a:custGeom>
            <a:rect b="b" l="l" r="r" t="t"/>
            <a:pathLst>
              <a:path extrusionOk="0" h="9568149" w="12650197">
                <a:moveTo>
                  <a:pt x="0" y="0"/>
                </a:moveTo>
                <a:lnTo>
                  <a:pt x="12650196" y="0"/>
                </a:lnTo>
                <a:lnTo>
                  <a:pt x="12650196" y="9568148"/>
                </a:lnTo>
                <a:lnTo>
                  <a:pt x="0" y="95681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3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9" name="Google Shape;169;p7"/>
          <p:cNvSpPr/>
          <p:nvPr/>
        </p:nvSpPr>
        <p:spPr>
          <a:xfrm>
            <a:off x="14844808" y="8570089"/>
            <a:ext cx="4828984" cy="4820204"/>
          </a:xfrm>
          <a:custGeom>
            <a:rect b="b" l="l" r="r" t="t"/>
            <a:pathLst>
              <a:path extrusionOk="0" h="4820204" w="4828984">
                <a:moveTo>
                  <a:pt x="0" y="0"/>
                </a:moveTo>
                <a:lnTo>
                  <a:pt x="4828984" y="0"/>
                </a:lnTo>
                <a:lnTo>
                  <a:pt x="4828984" y="4820204"/>
                </a:lnTo>
                <a:lnTo>
                  <a:pt x="0" y="4820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0" name="Google Shape;170;p7"/>
          <p:cNvSpPr txBox="1"/>
          <p:nvPr/>
        </p:nvSpPr>
        <p:spPr>
          <a:xfrm>
            <a:off x="4603617" y="4650865"/>
            <a:ext cx="9080765" cy="933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8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8"/>
              <a:buFont typeface="Arial"/>
              <a:buNone/>
            </a:pPr>
            <a:r>
              <a:rPr b="1" i="0" lang="en-US" sz="5808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Lectura del Programa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"/>
          <p:cNvSpPr/>
          <p:nvPr/>
        </p:nvSpPr>
        <p:spPr>
          <a:xfrm>
            <a:off x="-160692" y="-90502"/>
            <a:ext cx="18593584" cy="10471968"/>
          </a:xfrm>
          <a:custGeom>
            <a:rect b="b" l="l" r="r" t="t"/>
            <a:pathLst>
              <a:path extrusionOk="0" h="1913890" w="3398222">
                <a:moveTo>
                  <a:pt x="0" y="0"/>
                </a:moveTo>
                <a:lnTo>
                  <a:pt x="3398222" y="0"/>
                </a:lnTo>
                <a:lnTo>
                  <a:pt x="3398222" y="1913890"/>
                </a:lnTo>
                <a:lnTo>
                  <a:pt x="0" y="1913890"/>
                </a:lnTo>
                <a:close/>
              </a:path>
            </a:pathLst>
          </a:custGeom>
          <a:solidFill>
            <a:srgbClr val="D9D9D9">
              <a:alpha val="47843"/>
            </a:srgbClr>
          </a:solidFill>
          <a:ln>
            <a:noFill/>
          </a:ln>
        </p:spPr>
      </p:sp>
      <p:sp>
        <p:nvSpPr>
          <p:cNvPr id="176" name="Google Shape;176;p8"/>
          <p:cNvSpPr/>
          <p:nvPr/>
        </p:nvSpPr>
        <p:spPr>
          <a:xfrm rot="9451627">
            <a:off x="-1152667" y="-1825468"/>
            <a:ext cx="5343238" cy="4041431"/>
          </a:xfrm>
          <a:custGeom>
            <a:rect b="b" l="l" r="r" t="t"/>
            <a:pathLst>
              <a:path extrusionOk="0" h="4041431" w="5343238">
                <a:moveTo>
                  <a:pt x="0" y="0"/>
                </a:moveTo>
                <a:lnTo>
                  <a:pt x="5343238" y="0"/>
                </a:lnTo>
                <a:lnTo>
                  <a:pt x="5343238" y="4041431"/>
                </a:lnTo>
                <a:lnTo>
                  <a:pt x="0" y="40414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7" name="Google Shape;177;p8"/>
          <p:cNvSpPr/>
          <p:nvPr/>
        </p:nvSpPr>
        <p:spPr>
          <a:xfrm>
            <a:off x="-1421876" y="-3678699"/>
            <a:ext cx="5285099" cy="5256271"/>
          </a:xfrm>
          <a:custGeom>
            <a:rect b="b" l="l" r="r" t="t"/>
            <a:pathLst>
              <a:path extrusionOk="0" h="5256271" w="5285099">
                <a:moveTo>
                  <a:pt x="0" y="0"/>
                </a:moveTo>
                <a:lnTo>
                  <a:pt x="5285099" y="0"/>
                </a:lnTo>
                <a:lnTo>
                  <a:pt x="5285099" y="5256271"/>
                </a:lnTo>
                <a:lnTo>
                  <a:pt x="0" y="52562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8" name="Google Shape;178;p8"/>
          <p:cNvSpPr/>
          <p:nvPr/>
        </p:nvSpPr>
        <p:spPr>
          <a:xfrm rot="-2308677">
            <a:off x="9698130" y="2166602"/>
            <a:ext cx="12650197" cy="9568149"/>
          </a:xfrm>
          <a:custGeom>
            <a:rect b="b" l="l" r="r" t="t"/>
            <a:pathLst>
              <a:path extrusionOk="0" h="9568149" w="12650197">
                <a:moveTo>
                  <a:pt x="0" y="0"/>
                </a:moveTo>
                <a:lnTo>
                  <a:pt x="12650197" y="0"/>
                </a:lnTo>
                <a:lnTo>
                  <a:pt x="12650197" y="9568149"/>
                </a:lnTo>
                <a:lnTo>
                  <a:pt x="0" y="95681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6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9" name="Google Shape;179;p8"/>
          <p:cNvSpPr/>
          <p:nvPr/>
        </p:nvSpPr>
        <p:spPr>
          <a:xfrm>
            <a:off x="17981351" y="9071880"/>
            <a:ext cx="322049" cy="1215120"/>
          </a:xfrm>
          <a:custGeom>
            <a:rect b="b" l="l" r="r" t="t"/>
            <a:pathLst>
              <a:path extrusionOk="0" h="754960" w="200091">
                <a:moveTo>
                  <a:pt x="0" y="0"/>
                </a:moveTo>
                <a:lnTo>
                  <a:pt x="200091" y="0"/>
                </a:lnTo>
                <a:lnTo>
                  <a:pt x="200091" y="754960"/>
                </a:lnTo>
                <a:lnTo>
                  <a:pt x="0" y="754960"/>
                </a:lnTo>
                <a:close/>
              </a:path>
            </a:pathLst>
          </a:custGeom>
          <a:solidFill>
            <a:srgbClr val="1B4A9B"/>
          </a:solidFill>
          <a:ln>
            <a:noFill/>
          </a:ln>
        </p:spPr>
      </p:sp>
      <p:sp>
        <p:nvSpPr>
          <p:cNvPr id="180" name="Google Shape;180;p8"/>
          <p:cNvSpPr/>
          <p:nvPr/>
        </p:nvSpPr>
        <p:spPr>
          <a:xfrm>
            <a:off x="17046764" y="3182967"/>
            <a:ext cx="4828984" cy="4820204"/>
          </a:xfrm>
          <a:custGeom>
            <a:rect b="b" l="l" r="r" t="t"/>
            <a:pathLst>
              <a:path extrusionOk="0" h="4820204" w="4828984">
                <a:moveTo>
                  <a:pt x="0" y="0"/>
                </a:moveTo>
                <a:lnTo>
                  <a:pt x="4828984" y="0"/>
                </a:lnTo>
                <a:lnTo>
                  <a:pt x="4828984" y="4820204"/>
                </a:lnTo>
                <a:lnTo>
                  <a:pt x="0" y="4820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4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1" name="Google Shape;181;p8"/>
          <p:cNvSpPr/>
          <p:nvPr/>
        </p:nvSpPr>
        <p:spPr>
          <a:xfrm>
            <a:off x="836682" y="4461808"/>
            <a:ext cx="5196937" cy="5498018"/>
          </a:xfrm>
          <a:custGeom>
            <a:rect b="b" l="l" r="r" t="t"/>
            <a:pathLst>
              <a:path extrusionOk="0" h="2344919" w="2216507">
                <a:moveTo>
                  <a:pt x="2092047" y="2344919"/>
                </a:moveTo>
                <a:lnTo>
                  <a:pt x="124460" y="2344919"/>
                </a:lnTo>
                <a:cubicBezTo>
                  <a:pt x="55880" y="2344919"/>
                  <a:pt x="0" y="2289039"/>
                  <a:pt x="0" y="2220459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2092047" y="0"/>
                </a:lnTo>
                <a:cubicBezTo>
                  <a:pt x="2160627" y="0"/>
                  <a:pt x="2216507" y="55880"/>
                  <a:pt x="2216507" y="124460"/>
                </a:cubicBezTo>
                <a:lnTo>
                  <a:pt x="2216507" y="2220459"/>
                </a:lnTo>
                <a:cubicBezTo>
                  <a:pt x="2216507" y="2289039"/>
                  <a:pt x="2160627" y="2344919"/>
                  <a:pt x="2092047" y="2344919"/>
                </a:cubicBezTo>
                <a:close/>
              </a:path>
            </a:pathLst>
          </a:custGeom>
          <a:solidFill>
            <a:srgbClr val="1B4A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2590109" y="3128116"/>
            <a:ext cx="1690083" cy="1690083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5CE1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2742742" y="3469319"/>
            <a:ext cx="1543797" cy="1007678"/>
          </a:xfrm>
          <a:custGeom>
            <a:rect b="b" l="l" r="r" t="t"/>
            <a:pathLst>
              <a:path extrusionOk="0" h="1007678" w="1543797">
                <a:moveTo>
                  <a:pt x="0" y="0"/>
                </a:moveTo>
                <a:lnTo>
                  <a:pt x="1543797" y="0"/>
                </a:lnTo>
                <a:lnTo>
                  <a:pt x="1543797" y="1007678"/>
                </a:lnTo>
                <a:lnTo>
                  <a:pt x="0" y="10076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4" name="Google Shape;184;p8"/>
          <p:cNvSpPr/>
          <p:nvPr/>
        </p:nvSpPr>
        <p:spPr>
          <a:xfrm>
            <a:off x="6600045" y="4461808"/>
            <a:ext cx="5196937" cy="5498018"/>
          </a:xfrm>
          <a:custGeom>
            <a:rect b="b" l="l" r="r" t="t"/>
            <a:pathLst>
              <a:path extrusionOk="0" h="2344919" w="2216507">
                <a:moveTo>
                  <a:pt x="2092047" y="2344919"/>
                </a:moveTo>
                <a:lnTo>
                  <a:pt x="124460" y="2344919"/>
                </a:lnTo>
                <a:cubicBezTo>
                  <a:pt x="55880" y="2344919"/>
                  <a:pt x="0" y="2289039"/>
                  <a:pt x="0" y="2220459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2092047" y="0"/>
                </a:lnTo>
                <a:cubicBezTo>
                  <a:pt x="2160627" y="0"/>
                  <a:pt x="2216507" y="55880"/>
                  <a:pt x="2216507" y="124460"/>
                </a:cubicBezTo>
                <a:lnTo>
                  <a:pt x="2216507" y="2220459"/>
                </a:lnTo>
                <a:cubicBezTo>
                  <a:pt x="2216507" y="2289039"/>
                  <a:pt x="2160627" y="2344919"/>
                  <a:pt x="2092047" y="2344919"/>
                </a:cubicBezTo>
                <a:close/>
              </a:path>
            </a:pathLst>
          </a:custGeom>
          <a:solidFill>
            <a:srgbClr val="1B4A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8353472" y="3128116"/>
            <a:ext cx="1690083" cy="1690083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5CE1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12363408" y="4461808"/>
            <a:ext cx="5196937" cy="5498018"/>
          </a:xfrm>
          <a:custGeom>
            <a:rect b="b" l="l" r="r" t="t"/>
            <a:pathLst>
              <a:path extrusionOk="0" h="2344919" w="2216507">
                <a:moveTo>
                  <a:pt x="2092047" y="2344919"/>
                </a:moveTo>
                <a:lnTo>
                  <a:pt x="124460" y="2344919"/>
                </a:lnTo>
                <a:cubicBezTo>
                  <a:pt x="55880" y="2344919"/>
                  <a:pt x="0" y="2289039"/>
                  <a:pt x="0" y="2220459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2092047" y="0"/>
                </a:lnTo>
                <a:cubicBezTo>
                  <a:pt x="2160627" y="0"/>
                  <a:pt x="2216507" y="55880"/>
                  <a:pt x="2216507" y="124460"/>
                </a:cubicBezTo>
                <a:lnTo>
                  <a:pt x="2216507" y="2220459"/>
                </a:lnTo>
                <a:cubicBezTo>
                  <a:pt x="2216507" y="2289039"/>
                  <a:pt x="2160627" y="2344919"/>
                  <a:pt x="2092047" y="2344919"/>
                </a:cubicBezTo>
                <a:close/>
              </a:path>
            </a:pathLst>
          </a:custGeom>
          <a:solidFill>
            <a:srgbClr val="1B4A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14116835" y="3128116"/>
            <a:ext cx="1690083" cy="1690083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5CE1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14281800" y="3293081"/>
            <a:ext cx="1360153" cy="1360153"/>
          </a:xfrm>
          <a:custGeom>
            <a:rect b="b" l="l" r="r" t="t"/>
            <a:pathLst>
              <a:path extrusionOk="0" h="1360153" w="1360153">
                <a:moveTo>
                  <a:pt x="0" y="0"/>
                </a:moveTo>
                <a:lnTo>
                  <a:pt x="1360153" y="0"/>
                </a:lnTo>
                <a:lnTo>
                  <a:pt x="1360153" y="1360153"/>
                </a:lnTo>
                <a:lnTo>
                  <a:pt x="0" y="13601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9" name="Google Shape;189;p8"/>
          <p:cNvSpPr txBox="1"/>
          <p:nvPr/>
        </p:nvSpPr>
        <p:spPr>
          <a:xfrm>
            <a:off x="3514641" y="1148947"/>
            <a:ext cx="10814256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1" lang="en-US" sz="5000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Introducción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8"/>
          <p:cNvSpPr txBox="1"/>
          <p:nvPr/>
        </p:nvSpPr>
        <p:spPr>
          <a:xfrm>
            <a:off x="836682" y="2269977"/>
            <a:ext cx="16614882" cy="499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Las unidades del curso se dividen en tres, siendo ellas: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8"/>
          <p:cNvSpPr txBox="1"/>
          <p:nvPr/>
        </p:nvSpPr>
        <p:spPr>
          <a:xfrm>
            <a:off x="836682" y="5152300"/>
            <a:ext cx="5196937" cy="136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7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0" i="0" lang="en-US" sz="2499" u="none" cap="none" strike="noStrike">
                <a:solidFill>
                  <a:srgbClr val="5CE1E6"/>
                </a:solidFill>
                <a:latin typeface="Poppins"/>
                <a:ea typeface="Poppins"/>
                <a:cs typeface="Poppins"/>
                <a:sym typeface="Poppins"/>
              </a:rPr>
              <a:t>Introducción a las tecnologías de almacenamiento y arquitecturas de los sistemas de almacenamiento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8"/>
          <p:cNvSpPr txBox="1"/>
          <p:nvPr/>
        </p:nvSpPr>
        <p:spPr>
          <a:xfrm>
            <a:off x="957269" y="6823075"/>
            <a:ext cx="3821210" cy="614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15900" lvl="1" marL="431801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Elementos básicos de Almacenamientos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8"/>
          <p:cNvSpPr txBox="1"/>
          <p:nvPr/>
        </p:nvSpPr>
        <p:spPr>
          <a:xfrm>
            <a:off x="957269" y="7742555"/>
            <a:ext cx="3821210" cy="319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15900" lvl="1" marL="431801" marR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Tipos de almacenamiento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8"/>
          <p:cNvSpPr txBox="1"/>
          <p:nvPr/>
        </p:nvSpPr>
        <p:spPr>
          <a:xfrm>
            <a:off x="1042353" y="8366760"/>
            <a:ext cx="3821210" cy="319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15900" lvl="1" marL="431801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RAID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8"/>
          <p:cNvSpPr txBox="1"/>
          <p:nvPr/>
        </p:nvSpPr>
        <p:spPr>
          <a:xfrm>
            <a:off x="1042353" y="8938895"/>
            <a:ext cx="3821210" cy="319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15900" lvl="1" marL="431801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Manejo de archivos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8"/>
          <p:cNvSpPr txBox="1"/>
          <p:nvPr/>
        </p:nvSpPr>
        <p:spPr>
          <a:xfrm>
            <a:off x="1042353" y="9510212"/>
            <a:ext cx="3821210" cy="319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15900" lvl="1" marL="431801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Sistemas de archivos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8"/>
          <p:cNvSpPr txBox="1"/>
          <p:nvPr/>
        </p:nvSpPr>
        <p:spPr>
          <a:xfrm>
            <a:off x="6600045" y="5152300"/>
            <a:ext cx="5196937" cy="6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7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0" i="0" lang="en-US" sz="2499" u="none" cap="none" strike="noStrike">
                <a:solidFill>
                  <a:srgbClr val="5CE1E6"/>
                </a:solidFill>
                <a:latin typeface="Poppins"/>
                <a:ea typeface="Poppins"/>
                <a:cs typeface="Poppins"/>
                <a:sym typeface="Poppins"/>
              </a:rPr>
              <a:t>introducción a los almacenamientos en red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8"/>
          <p:cNvSpPr txBox="1"/>
          <p:nvPr/>
        </p:nvSpPr>
        <p:spPr>
          <a:xfrm>
            <a:off x="6720632" y="6701472"/>
            <a:ext cx="4302009" cy="614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15900" lvl="1" marL="431801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Tipos de almacenamientos en red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8"/>
          <p:cNvSpPr txBox="1"/>
          <p:nvPr/>
        </p:nvSpPr>
        <p:spPr>
          <a:xfrm>
            <a:off x="6720632" y="7892732"/>
            <a:ext cx="4302009" cy="614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15900" lvl="1" marL="431801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Características de almacenamiento SAN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8"/>
          <p:cNvSpPr txBox="1"/>
          <p:nvPr/>
        </p:nvSpPr>
        <p:spPr>
          <a:xfrm>
            <a:off x="12363408" y="5152300"/>
            <a:ext cx="5196937" cy="1031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7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0" i="0" lang="en-US" sz="2499" u="none" cap="none" strike="noStrike">
                <a:solidFill>
                  <a:srgbClr val="5CE1E6"/>
                </a:solidFill>
                <a:latin typeface="Poppins"/>
                <a:ea typeface="Poppins"/>
                <a:cs typeface="Poppins"/>
                <a:sym typeface="Poppins"/>
              </a:rPr>
              <a:t>Introducción a la disponibilidad de información administración, seguridad y virtualización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8"/>
          <p:cNvSpPr txBox="1"/>
          <p:nvPr/>
        </p:nvSpPr>
        <p:spPr>
          <a:xfrm>
            <a:off x="12483994" y="6525260"/>
            <a:ext cx="3821210" cy="614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15900" lvl="1" marL="431801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Disponibilidad de la información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8"/>
          <p:cNvSpPr txBox="1"/>
          <p:nvPr/>
        </p:nvSpPr>
        <p:spPr>
          <a:xfrm>
            <a:off x="12483994" y="7297102"/>
            <a:ext cx="3821210" cy="614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15900" lvl="1" marL="431801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Administración de información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8"/>
          <p:cNvSpPr txBox="1"/>
          <p:nvPr/>
        </p:nvSpPr>
        <p:spPr>
          <a:xfrm>
            <a:off x="12569078" y="8073707"/>
            <a:ext cx="3821210" cy="614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15900" lvl="1" marL="431801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Administración y seguridad de información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8"/>
          <p:cNvSpPr txBox="1"/>
          <p:nvPr/>
        </p:nvSpPr>
        <p:spPr>
          <a:xfrm>
            <a:off x="12569078" y="8850312"/>
            <a:ext cx="3821210" cy="614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15900" lvl="1" marL="431801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Seguridad y virtualización de información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8"/>
          <p:cNvSpPr txBox="1"/>
          <p:nvPr/>
        </p:nvSpPr>
        <p:spPr>
          <a:xfrm>
            <a:off x="12569078" y="9626917"/>
            <a:ext cx="3821210" cy="319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15900" lvl="1" marL="431801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Virtualización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6" name="Google Shape;206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27899" y="3268612"/>
            <a:ext cx="1360151" cy="13841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8880" l="0" r="0" t="-38884"/>
            </a:stretch>
          </a:blipFill>
          <a:ln>
            <a:noFill/>
          </a:ln>
        </p:spPr>
      </p:sp>
      <p:sp>
        <p:nvSpPr>
          <p:cNvPr id="212" name="Google Shape;212;p9"/>
          <p:cNvSpPr/>
          <p:nvPr/>
        </p:nvSpPr>
        <p:spPr>
          <a:xfrm>
            <a:off x="-160692" y="-149623"/>
            <a:ext cx="18609385" cy="10591576"/>
          </a:xfrm>
          <a:custGeom>
            <a:rect b="b" l="l" r="r" t="t"/>
            <a:pathLst>
              <a:path extrusionOk="0" h="1970170" w="3461586">
                <a:moveTo>
                  <a:pt x="0" y="0"/>
                </a:moveTo>
                <a:lnTo>
                  <a:pt x="3461586" y="0"/>
                </a:lnTo>
                <a:lnTo>
                  <a:pt x="3461586" y="1970170"/>
                </a:lnTo>
                <a:lnTo>
                  <a:pt x="0" y="1970170"/>
                </a:lnTo>
                <a:close/>
              </a:path>
            </a:pathLst>
          </a:custGeom>
          <a:solidFill>
            <a:srgbClr val="14056D">
              <a:alpha val="19215"/>
            </a:srgbClr>
          </a:solidFill>
          <a:ln>
            <a:noFill/>
          </a:ln>
        </p:spPr>
      </p:sp>
      <p:sp>
        <p:nvSpPr>
          <p:cNvPr id="213" name="Google Shape;213;p9"/>
          <p:cNvSpPr/>
          <p:nvPr/>
        </p:nvSpPr>
        <p:spPr>
          <a:xfrm rot="-2308677">
            <a:off x="9580469" y="2205032"/>
            <a:ext cx="12650197" cy="9568149"/>
          </a:xfrm>
          <a:custGeom>
            <a:rect b="b" l="l" r="r" t="t"/>
            <a:pathLst>
              <a:path extrusionOk="0" h="9568149" w="12650197">
                <a:moveTo>
                  <a:pt x="0" y="0"/>
                </a:moveTo>
                <a:lnTo>
                  <a:pt x="12650196" y="0"/>
                </a:lnTo>
                <a:lnTo>
                  <a:pt x="12650196" y="9568148"/>
                </a:lnTo>
                <a:lnTo>
                  <a:pt x="0" y="95681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4" name="Google Shape;214;p9"/>
          <p:cNvSpPr/>
          <p:nvPr/>
        </p:nvSpPr>
        <p:spPr>
          <a:xfrm>
            <a:off x="14287363" y="6331370"/>
            <a:ext cx="4000637" cy="3955630"/>
          </a:xfrm>
          <a:custGeom>
            <a:rect b="b" l="l" r="r" t="t"/>
            <a:pathLst>
              <a:path extrusionOk="0" h="3955630" w="4000637">
                <a:moveTo>
                  <a:pt x="0" y="0"/>
                </a:moveTo>
                <a:lnTo>
                  <a:pt x="4000637" y="0"/>
                </a:lnTo>
                <a:lnTo>
                  <a:pt x="4000637" y="3955630"/>
                </a:lnTo>
                <a:lnTo>
                  <a:pt x="0" y="39556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5" name="Google Shape;215;p9"/>
          <p:cNvSpPr/>
          <p:nvPr/>
        </p:nvSpPr>
        <p:spPr>
          <a:xfrm>
            <a:off x="7006789" y="3404001"/>
            <a:ext cx="2769808" cy="3165495"/>
          </a:xfrm>
          <a:custGeom>
            <a:rect b="b" l="l" r="r" t="t"/>
            <a:pathLst>
              <a:path extrusionOk="0" h="3165495" w="2769808">
                <a:moveTo>
                  <a:pt x="0" y="0"/>
                </a:moveTo>
                <a:lnTo>
                  <a:pt x="2769808" y="0"/>
                </a:lnTo>
                <a:lnTo>
                  <a:pt x="2769808" y="3165494"/>
                </a:lnTo>
                <a:lnTo>
                  <a:pt x="0" y="31654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6" name="Google Shape;216;p9"/>
          <p:cNvSpPr txBox="1"/>
          <p:nvPr/>
        </p:nvSpPr>
        <p:spPr>
          <a:xfrm>
            <a:off x="1009650" y="4445728"/>
            <a:ext cx="6178114" cy="1034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Arial"/>
              <a:buNone/>
            </a:pPr>
            <a:r>
              <a:rPr b="1" i="1" lang="en-US" sz="6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¿Dudas?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8880" l="0" r="0" t="-38884"/>
            </a:stretch>
          </a:blipFill>
          <a:ln>
            <a:noFill/>
          </a:ln>
        </p:spPr>
      </p:sp>
      <p:sp>
        <p:nvSpPr>
          <p:cNvPr id="222" name="Google Shape;222;p10"/>
          <p:cNvSpPr/>
          <p:nvPr/>
        </p:nvSpPr>
        <p:spPr>
          <a:xfrm>
            <a:off x="-160692" y="-149623"/>
            <a:ext cx="18609385" cy="10591576"/>
          </a:xfrm>
          <a:custGeom>
            <a:rect b="b" l="l" r="r" t="t"/>
            <a:pathLst>
              <a:path extrusionOk="0" h="1970170" w="3461586">
                <a:moveTo>
                  <a:pt x="0" y="0"/>
                </a:moveTo>
                <a:lnTo>
                  <a:pt x="3461586" y="0"/>
                </a:lnTo>
                <a:lnTo>
                  <a:pt x="3461586" y="1970170"/>
                </a:lnTo>
                <a:lnTo>
                  <a:pt x="0" y="1970170"/>
                </a:lnTo>
                <a:close/>
              </a:path>
            </a:pathLst>
          </a:custGeom>
          <a:solidFill>
            <a:srgbClr val="14056D">
              <a:alpha val="19215"/>
            </a:srgbClr>
          </a:solidFill>
          <a:ln>
            <a:noFill/>
          </a:ln>
        </p:spPr>
      </p:sp>
      <p:sp>
        <p:nvSpPr>
          <p:cNvPr id="223" name="Google Shape;223;p10"/>
          <p:cNvSpPr/>
          <p:nvPr/>
        </p:nvSpPr>
        <p:spPr>
          <a:xfrm rot="9451627">
            <a:off x="-1353129" y="-1492681"/>
            <a:ext cx="6707049" cy="5072968"/>
          </a:xfrm>
          <a:custGeom>
            <a:rect b="b" l="l" r="r" t="t"/>
            <a:pathLst>
              <a:path extrusionOk="0" h="5072968" w="6707049">
                <a:moveTo>
                  <a:pt x="0" y="0"/>
                </a:moveTo>
                <a:lnTo>
                  <a:pt x="6707049" y="0"/>
                </a:lnTo>
                <a:lnTo>
                  <a:pt x="6707049" y="5072968"/>
                </a:lnTo>
                <a:lnTo>
                  <a:pt x="0" y="50729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4" name="Google Shape;224;p10"/>
          <p:cNvSpPr/>
          <p:nvPr/>
        </p:nvSpPr>
        <p:spPr>
          <a:xfrm>
            <a:off x="-2413596" y="-3078771"/>
            <a:ext cx="6634070" cy="6597885"/>
          </a:xfrm>
          <a:custGeom>
            <a:rect b="b" l="l" r="r" t="t"/>
            <a:pathLst>
              <a:path extrusionOk="0" h="6597885" w="6634070">
                <a:moveTo>
                  <a:pt x="0" y="0"/>
                </a:moveTo>
                <a:lnTo>
                  <a:pt x="6634070" y="0"/>
                </a:lnTo>
                <a:lnTo>
                  <a:pt x="6634070" y="6597884"/>
                </a:lnTo>
                <a:lnTo>
                  <a:pt x="0" y="65978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5" name="Google Shape;225;p10"/>
          <p:cNvSpPr/>
          <p:nvPr/>
        </p:nvSpPr>
        <p:spPr>
          <a:xfrm rot="-2308677">
            <a:off x="9580469" y="2205032"/>
            <a:ext cx="12650197" cy="9568149"/>
          </a:xfrm>
          <a:custGeom>
            <a:rect b="b" l="l" r="r" t="t"/>
            <a:pathLst>
              <a:path extrusionOk="0" h="9568149" w="12650197">
                <a:moveTo>
                  <a:pt x="0" y="0"/>
                </a:moveTo>
                <a:lnTo>
                  <a:pt x="12650196" y="0"/>
                </a:lnTo>
                <a:lnTo>
                  <a:pt x="12650196" y="9568148"/>
                </a:lnTo>
                <a:lnTo>
                  <a:pt x="0" y="95681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3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6" name="Google Shape;226;p10"/>
          <p:cNvSpPr/>
          <p:nvPr/>
        </p:nvSpPr>
        <p:spPr>
          <a:xfrm>
            <a:off x="14844808" y="8570089"/>
            <a:ext cx="4828984" cy="4820204"/>
          </a:xfrm>
          <a:custGeom>
            <a:rect b="b" l="l" r="r" t="t"/>
            <a:pathLst>
              <a:path extrusionOk="0" h="4820204" w="4828984">
                <a:moveTo>
                  <a:pt x="0" y="0"/>
                </a:moveTo>
                <a:lnTo>
                  <a:pt x="4828984" y="0"/>
                </a:lnTo>
                <a:lnTo>
                  <a:pt x="4828984" y="4820204"/>
                </a:lnTo>
                <a:lnTo>
                  <a:pt x="0" y="4820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27" name="Google Shape;227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314425" y="4106060"/>
            <a:ext cx="14726714" cy="8394227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0"/>
          <p:cNvSpPr txBox="1"/>
          <p:nvPr/>
        </p:nvSpPr>
        <p:spPr>
          <a:xfrm>
            <a:off x="5897722" y="3610760"/>
            <a:ext cx="6492556" cy="933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8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8"/>
              <a:buFont typeface="Arial"/>
              <a:buNone/>
            </a:pPr>
            <a:r>
              <a:rPr b="1" i="0" lang="en-US" sz="5808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¡GRACIAS POR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0"/>
          <p:cNvSpPr txBox="1"/>
          <p:nvPr/>
        </p:nvSpPr>
        <p:spPr>
          <a:xfrm>
            <a:off x="5744238" y="4635485"/>
            <a:ext cx="6799524" cy="10356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Arial"/>
              <a:buNone/>
            </a:pPr>
            <a:r>
              <a:rPr b="0" i="1" lang="en-US" sz="6500" u="none" cap="none" strike="noStrike">
                <a:solidFill>
                  <a:srgbClr val="5CE1E6"/>
                </a:solidFill>
                <a:latin typeface="Poppins"/>
                <a:ea typeface="Poppins"/>
                <a:cs typeface="Poppins"/>
                <a:sym typeface="Poppins"/>
              </a:rPr>
              <a:t>SU ATENCIÓN!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