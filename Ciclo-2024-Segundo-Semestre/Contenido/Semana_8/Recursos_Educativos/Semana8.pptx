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media/image33.jpg" ContentType="image/png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  <p:sldMasterId id="2147483712" r:id="rId5"/>
  </p:sldMasterIdLst>
  <p:notesMasterIdLst>
    <p:notesMasterId r:id="rId52"/>
  </p:notesMasterIdLst>
  <p:handoutMasterIdLst>
    <p:handoutMasterId r:id="rId53"/>
  </p:handoutMasterIdLst>
  <p:sldIdLst>
    <p:sldId id="294" r:id="rId6"/>
    <p:sldId id="383" r:id="rId7"/>
    <p:sldId id="410" r:id="rId8"/>
    <p:sldId id="391" r:id="rId9"/>
    <p:sldId id="397" r:id="rId10"/>
    <p:sldId id="408" r:id="rId11"/>
    <p:sldId id="407" r:id="rId12"/>
    <p:sldId id="406" r:id="rId13"/>
    <p:sldId id="405" r:id="rId14"/>
    <p:sldId id="404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03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  <p:sldId id="436" r:id="rId42"/>
    <p:sldId id="437" r:id="rId43"/>
    <p:sldId id="438" r:id="rId44"/>
    <p:sldId id="439" r:id="rId45"/>
    <p:sldId id="440" r:id="rId46"/>
    <p:sldId id="441" r:id="rId47"/>
    <p:sldId id="442" r:id="rId48"/>
    <p:sldId id="443" r:id="rId49"/>
    <p:sldId id="444" r:id="rId50"/>
    <p:sldId id="398" r:id="rId5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8" autoAdjust="0"/>
    <p:restoredTop sz="94229" autoAdjust="0"/>
  </p:normalViewPr>
  <p:slideViewPr>
    <p:cSldViewPr snapToGrid="0">
      <p:cViewPr varScale="1">
        <p:scale>
          <a:sx n="72" d="100"/>
          <a:sy n="72" d="100"/>
        </p:scale>
        <p:origin x="58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3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3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D81A99-987C-420A-BD1E-9FE2ABB60E2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5517EC7-1A9E-42E9-8F5F-C21B0EBF3CAE}">
      <dgm:prSet/>
      <dgm:spPr/>
      <dgm:t>
        <a:bodyPr/>
        <a:lstStyle/>
        <a:p>
          <a:pPr>
            <a:defRPr cap="all"/>
          </a:pPr>
          <a:r>
            <a:rPr lang="es-MX" b="1" dirty="0">
              <a:solidFill>
                <a:schemeClr val="bg1"/>
              </a:solidFill>
            </a:rPr>
            <a:t>Almacenamiento en red</a:t>
          </a:r>
          <a:r>
            <a:rPr lang="es-MX" dirty="0">
              <a:solidFill>
                <a:schemeClr val="bg1"/>
              </a:solidFill>
            </a:rPr>
            <a:t>: Sistemas que permiten almacenar y acceder a datos a través de una red, en lugar de hacerlo directamente desde un dispositivo local</a:t>
          </a:r>
          <a:r>
            <a:rPr lang="es-MX" dirty="0"/>
            <a:t>.</a:t>
          </a:r>
          <a:endParaRPr lang="en-US" dirty="0"/>
        </a:p>
      </dgm:t>
    </dgm:pt>
    <dgm:pt modelId="{563A9360-FAB4-47D3-91C1-9DCE93DF4C0E}" type="parTrans" cxnId="{747FC8A1-E0FE-445B-8515-DB8E2B95013F}">
      <dgm:prSet/>
      <dgm:spPr/>
      <dgm:t>
        <a:bodyPr/>
        <a:lstStyle/>
        <a:p>
          <a:endParaRPr lang="en-US"/>
        </a:p>
      </dgm:t>
    </dgm:pt>
    <dgm:pt modelId="{2D74AD03-5C14-4430-8695-9B83ED85DB30}" type="sibTrans" cxnId="{747FC8A1-E0FE-445B-8515-DB8E2B95013F}">
      <dgm:prSet/>
      <dgm:spPr/>
      <dgm:t>
        <a:bodyPr/>
        <a:lstStyle/>
        <a:p>
          <a:endParaRPr lang="en-US"/>
        </a:p>
      </dgm:t>
    </dgm:pt>
    <dgm:pt modelId="{15C1FF10-A925-4E1A-AC72-AE812EA0EF74}">
      <dgm:prSet/>
      <dgm:spPr/>
      <dgm:t>
        <a:bodyPr/>
        <a:lstStyle/>
        <a:p>
          <a:pPr>
            <a:defRPr cap="all"/>
          </a:pPr>
          <a:r>
            <a:rPr lang="es-GT" b="1" dirty="0">
              <a:solidFill>
                <a:schemeClr val="bg1"/>
              </a:solidFill>
            </a:rPr>
            <a:t>Almacenamiento local</a:t>
          </a:r>
          <a:r>
            <a:rPr lang="es-GT" dirty="0">
              <a:solidFill>
                <a:schemeClr val="bg1"/>
              </a:solidFill>
            </a:rPr>
            <a:t>: Datos almacenados en dispositivos físicos conectados directamente a una computadora (ejemplo: discos duros internos).</a:t>
          </a:r>
          <a:endParaRPr lang="en-US" dirty="0">
            <a:solidFill>
              <a:schemeClr val="bg1"/>
            </a:solidFill>
          </a:endParaRPr>
        </a:p>
      </dgm:t>
    </dgm:pt>
    <dgm:pt modelId="{8F941E7E-189B-412C-BBC5-6194099A713D}" type="parTrans" cxnId="{689F4BDB-901E-4747-9ECB-BEDD639EBC6E}">
      <dgm:prSet/>
      <dgm:spPr/>
      <dgm:t>
        <a:bodyPr/>
        <a:lstStyle/>
        <a:p>
          <a:endParaRPr lang="en-US"/>
        </a:p>
      </dgm:t>
    </dgm:pt>
    <dgm:pt modelId="{CAC1EAE1-33A8-4B84-A6FC-EE9FFBA56B78}" type="sibTrans" cxnId="{689F4BDB-901E-4747-9ECB-BEDD639EBC6E}">
      <dgm:prSet/>
      <dgm:spPr/>
      <dgm:t>
        <a:bodyPr/>
        <a:lstStyle/>
        <a:p>
          <a:endParaRPr lang="en-US"/>
        </a:p>
      </dgm:t>
    </dgm:pt>
    <dgm:pt modelId="{444990FD-F735-4BBE-851A-1DD9B0264436}" type="pres">
      <dgm:prSet presAssocID="{1AD81A99-987C-420A-BD1E-9FE2ABB60E23}" presName="root" presStyleCnt="0">
        <dgm:presLayoutVars>
          <dgm:dir/>
          <dgm:resizeHandles val="exact"/>
        </dgm:presLayoutVars>
      </dgm:prSet>
      <dgm:spPr/>
    </dgm:pt>
    <dgm:pt modelId="{EB88ECB5-E696-4FF1-B9A9-B41A7B62BF96}" type="pres">
      <dgm:prSet presAssocID="{B5517EC7-1A9E-42E9-8F5F-C21B0EBF3CAE}" presName="compNode" presStyleCnt="0"/>
      <dgm:spPr/>
    </dgm:pt>
    <dgm:pt modelId="{2E7AA9E4-9B9E-4D92-90B2-B281D626915B}" type="pres">
      <dgm:prSet presAssocID="{B5517EC7-1A9E-42E9-8F5F-C21B0EBF3CAE}" presName="iconBgRect" presStyleLbl="bgShp" presStyleIdx="0" presStyleCnt="2"/>
      <dgm:spPr/>
    </dgm:pt>
    <dgm:pt modelId="{B9F66941-26E6-41D3-80AB-41C76119C178}" type="pres">
      <dgm:prSet presAssocID="{B5517EC7-1A9E-42E9-8F5F-C21B0EBF3CA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0EB8A70D-3087-4D97-8E46-FE726D7C2B86}" type="pres">
      <dgm:prSet presAssocID="{B5517EC7-1A9E-42E9-8F5F-C21B0EBF3CAE}" presName="spaceRect" presStyleCnt="0"/>
      <dgm:spPr/>
    </dgm:pt>
    <dgm:pt modelId="{C57B9149-0813-4FEF-80E8-3C09BF1584C8}" type="pres">
      <dgm:prSet presAssocID="{B5517EC7-1A9E-42E9-8F5F-C21B0EBF3CAE}" presName="textRect" presStyleLbl="revTx" presStyleIdx="0" presStyleCnt="2">
        <dgm:presLayoutVars>
          <dgm:chMax val="1"/>
          <dgm:chPref val="1"/>
        </dgm:presLayoutVars>
      </dgm:prSet>
      <dgm:spPr/>
    </dgm:pt>
    <dgm:pt modelId="{B41EFE5F-402B-4CC5-9AFF-304ED58F3B9F}" type="pres">
      <dgm:prSet presAssocID="{2D74AD03-5C14-4430-8695-9B83ED85DB30}" presName="sibTrans" presStyleCnt="0"/>
      <dgm:spPr/>
    </dgm:pt>
    <dgm:pt modelId="{366E33E6-7E61-4A59-ABFA-8AC2D282E5E2}" type="pres">
      <dgm:prSet presAssocID="{15C1FF10-A925-4E1A-AC72-AE812EA0EF74}" presName="compNode" presStyleCnt="0"/>
      <dgm:spPr/>
    </dgm:pt>
    <dgm:pt modelId="{B7589308-7300-418A-BCBA-B6F005DE2A2C}" type="pres">
      <dgm:prSet presAssocID="{15C1FF10-A925-4E1A-AC72-AE812EA0EF74}" presName="iconBgRect" presStyleLbl="bgShp" presStyleIdx="1" presStyleCnt="2"/>
      <dgm:spPr/>
    </dgm:pt>
    <dgm:pt modelId="{AA480470-EED0-47F4-AEDF-92640070829C}" type="pres">
      <dgm:prSet presAssocID="{15C1FF10-A925-4E1A-AC72-AE812EA0EF7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CE8B8C7F-C930-4272-AA08-E3B028F8561A}" type="pres">
      <dgm:prSet presAssocID="{15C1FF10-A925-4E1A-AC72-AE812EA0EF74}" presName="spaceRect" presStyleCnt="0"/>
      <dgm:spPr/>
    </dgm:pt>
    <dgm:pt modelId="{F4D1F4C0-08CA-4B82-8545-FD4229A0506D}" type="pres">
      <dgm:prSet presAssocID="{15C1FF10-A925-4E1A-AC72-AE812EA0EF7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97DE85B-A045-4B28-8562-6679E095A5D3}" type="presOf" srcId="{1AD81A99-987C-420A-BD1E-9FE2ABB60E23}" destId="{444990FD-F735-4BBE-851A-1DD9B0264436}" srcOrd="0" destOrd="0" presId="urn:microsoft.com/office/officeart/2018/5/layout/IconCircleLabelList"/>
    <dgm:cxn modelId="{3D6DA474-91A3-4070-AFBA-4848B6EE7D71}" type="presOf" srcId="{B5517EC7-1A9E-42E9-8F5F-C21B0EBF3CAE}" destId="{C57B9149-0813-4FEF-80E8-3C09BF1584C8}" srcOrd="0" destOrd="0" presId="urn:microsoft.com/office/officeart/2018/5/layout/IconCircleLabelList"/>
    <dgm:cxn modelId="{747FC8A1-E0FE-445B-8515-DB8E2B95013F}" srcId="{1AD81A99-987C-420A-BD1E-9FE2ABB60E23}" destId="{B5517EC7-1A9E-42E9-8F5F-C21B0EBF3CAE}" srcOrd="0" destOrd="0" parTransId="{563A9360-FAB4-47D3-91C1-9DCE93DF4C0E}" sibTransId="{2D74AD03-5C14-4430-8695-9B83ED85DB30}"/>
    <dgm:cxn modelId="{D710A8C4-DE10-417A-B473-466B86AF5030}" type="presOf" srcId="{15C1FF10-A925-4E1A-AC72-AE812EA0EF74}" destId="{F4D1F4C0-08CA-4B82-8545-FD4229A0506D}" srcOrd="0" destOrd="0" presId="urn:microsoft.com/office/officeart/2018/5/layout/IconCircleLabelList"/>
    <dgm:cxn modelId="{689F4BDB-901E-4747-9ECB-BEDD639EBC6E}" srcId="{1AD81A99-987C-420A-BD1E-9FE2ABB60E23}" destId="{15C1FF10-A925-4E1A-AC72-AE812EA0EF74}" srcOrd="1" destOrd="0" parTransId="{8F941E7E-189B-412C-BBC5-6194099A713D}" sibTransId="{CAC1EAE1-33A8-4B84-A6FC-EE9FFBA56B78}"/>
    <dgm:cxn modelId="{019A626E-4A0F-4791-8DEF-515D858C516F}" type="presParOf" srcId="{444990FD-F735-4BBE-851A-1DD9B0264436}" destId="{EB88ECB5-E696-4FF1-B9A9-B41A7B62BF96}" srcOrd="0" destOrd="0" presId="urn:microsoft.com/office/officeart/2018/5/layout/IconCircleLabelList"/>
    <dgm:cxn modelId="{DA0D1311-EB17-4627-806B-272384C7BA1A}" type="presParOf" srcId="{EB88ECB5-E696-4FF1-B9A9-B41A7B62BF96}" destId="{2E7AA9E4-9B9E-4D92-90B2-B281D626915B}" srcOrd="0" destOrd="0" presId="urn:microsoft.com/office/officeart/2018/5/layout/IconCircleLabelList"/>
    <dgm:cxn modelId="{46CEA37C-A780-4A0D-89CF-BA70608151BD}" type="presParOf" srcId="{EB88ECB5-E696-4FF1-B9A9-B41A7B62BF96}" destId="{B9F66941-26E6-41D3-80AB-41C76119C178}" srcOrd="1" destOrd="0" presId="urn:microsoft.com/office/officeart/2018/5/layout/IconCircleLabelList"/>
    <dgm:cxn modelId="{A688B066-B386-40CE-8E62-E71ADC53BD29}" type="presParOf" srcId="{EB88ECB5-E696-4FF1-B9A9-B41A7B62BF96}" destId="{0EB8A70D-3087-4D97-8E46-FE726D7C2B86}" srcOrd="2" destOrd="0" presId="urn:microsoft.com/office/officeart/2018/5/layout/IconCircleLabelList"/>
    <dgm:cxn modelId="{4215CD5C-6871-4080-B4D7-F923E069B94D}" type="presParOf" srcId="{EB88ECB5-E696-4FF1-B9A9-B41A7B62BF96}" destId="{C57B9149-0813-4FEF-80E8-3C09BF1584C8}" srcOrd="3" destOrd="0" presId="urn:microsoft.com/office/officeart/2018/5/layout/IconCircleLabelList"/>
    <dgm:cxn modelId="{2A252C81-B5B6-49EB-875F-1B3CD3F854AE}" type="presParOf" srcId="{444990FD-F735-4BBE-851A-1DD9B0264436}" destId="{B41EFE5F-402B-4CC5-9AFF-304ED58F3B9F}" srcOrd="1" destOrd="0" presId="urn:microsoft.com/office/officeart/2018/5/layout/IconCircleLabelList"/>
    <dgm:cxn modelId="{1FDCE8C6-0B4E-46F0-B1DE-98FA45A182B8}" type="presParOf" srcId="{444990FD-F735-4BBE-851A-1DD9B0264436}" destId="{366E33E6-7E61-4A59-ABFA-8AC2D282E5E2}" srcOrd="2" destOrd="0" presId="urn:microsoft.com/office/officeart/2018/5/layout/IconCircleLabelList"/>
    <dgm:cxn modelId="{551C98E4-074A-42D6-BC5D-29B3169A921A}" type="presParOf" srcId="{366E33E6-7E61-4A59-ABFA-8AC2D282E5E2}" destId="{B7589308-7300-418A-BCBA-B6F005DE2A2C}" srcOrd="0" destOrd="0" presId="urn:microsoft.com/office/officeart/2018/5/layout/IconCircleLabelList"/>
    <dgm:cxn modelId="{CCD7B6E8-800D-4D1A-A7D1-C835079C3DA1}" type="presParOf" srcId="{366E33E6-7E61-4A59-ABFA-8AC2D282E5E2}" destId="{AA480470-EED0-47F4-AEDF-92640070829C}" srcOrd="1" destOrd="0" presId="urn:microsoft.com/office/officeart/2018/5/layout/IconCircleLabelList"/>
    <dgm:cxn modelId="{0B39E84B-A8BA-4D5D-81F7-D0C85CB95021}" type="presParOf" srcId="{366E33E6-7E61-4A59-ABFA-8AC2D282E5E2}" destId="{CE8B8C7F-C930-4272-AA08-E3B028F8561A}" srcOrd="2" destOrd="0" presId="urn:microsoft.com/office/officeart/2018/5/layout/IconCircleLabelList"/>
    <dgm:cxn modelId="{6C12CCCE-DE30-46BD-BFAB-1BD7F9D0DB1B}" type="presParOf" srcId="{366E33E6-7E61-4A59-ABFA-8AC2D282E5E2}" destId="{F4D1F4C0-08CA-4B82-8545-FD4229A0506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C473D4-B77F-41F6-BC15-0FB0365D6A5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4D8D8ED-9F7B-4D44-8591-E54EE83ECDC9}">
      <dgm:prSet/>
      <dgm:spPr/>
      <dgm:t>
        <a:bodyPr/>
        <a:lstStyle/>
        <a:p>
          <a:r>
            <a:rPr lang="es-MX" b="1"/>
            <a:t>DAS (Direct-Attached Storage): </a:t>
          </a:r>
          <a:r>
            <a:rPr lang="es-MX"/>
            <a:t>Almacenamiento conectado directamente a un servidor o computadora.</a:t>
          </a:r>
          <a:endParaRPr lang="en-US"/>
        </a:p>
      </dgm:t>
    </dgm:pt>
    <dgm:pt modelId="{F1F95529-0FFD-47C7-A1A5-242839C508B4}" type="parTrans" cxnId="{826F7C8A-1E92-4D08-8E08-139490E4C899}">
      <dgm:prSet/>
      <dgm:spPr/>
      <dgm:t>
        <a:bodyPr/>
        <a:lstStyle/>
        <a:p>
          <a:endParaRPr lang="en-US"/>
        </a:p>
      </dgm:t>
    </dgm:pt>
    <dgm:pt modelId="{4BF71335-22AA-40E8-B4E7-6236CEC7DED2}" type="sibTrans" cxnId="{826F7C8A-1E92-4D08-8E08-139490E4C899}">
      <dgm:prSet/>
      <dgm:spPr/>
      <dgm:t>
        <a:bodyPr/>
        <a:lstStyle/>
        <a:p>
          <a:endParaRPr lang="en-US"/>
        </a:p>
      </dgm:t>
    </dgm:pt>
    <dgm:pt modelId="{9163DEB5-5EED-4A86-8848-FC75A90DE9BF}">
      <dgm:prSet/>
      <dgm:spPr/>
      <dgm:t>
        <a:bodyPr/>
        <a:lstStyle/>
        <a:p>
          <a:r>
            <a:rPr lang="es-MX" b="1"/>
            <a:t>NAS (Network-Attached Storage): </a:t>
          </a:r>
          <a:r>
            <a:rPr lang="es-MX"/>
            <a:t>Dispositivos de almacenamiento conectados a una red, accesibles por múltiples usuarios.</a:t>
          </a:r>
          <a:endParaRPr lang="en-US"/>
        </a:p>
      </dgm:t>
    </dgm:pt>
    <dgm:pt modelId="{6F0CA7EA-46DB-45C8-B7D7-DDE4C6B91074}" type="parTrans" cxnId="{881FAB0B-6478-484D-9783-3496C019BA51}">
      <dgm:prSet/>
      <dgm:spPr/>
      <dgm:t>
        <a:bodyPr/>
        <a:lstStyle/>
        <a:p>
          <a:endParaRPr lang="en-US"/>
        </a:p>
      </dgm:t>
    </dgm:pt>
    <dgm:pt modelId="{0A7B2AE1-FDEA-49C6-AE9F-5FF7647C05CF}" type="sibTrans" cxnId="{881FAB0B-6478-484D-9783-3496C019BA51}">
      <dgm:prSet/>
      <dgm:spPr/>
      <dgm:t>
        <a:bodyPr/>
        <a:lstStyle/>
        <a:p>
          <a:endParaRPr lang="en-US"/>
        </a:p>
      </dgm:t>
    </dgm:pt>
    <dgm:pt modelId="{EFFD12F6-3517-478C-8B5C-75E1F40BE44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MX" b="1" dirty="0"/>
            <a:t>SAN (Storage </a:t>
          </a:r>
          <a:r>
            <a:rPr lang="es-MX" b="1" dirty="0" err="1"/>
            <a:t>Area</a:t>
          </a:r>
          <a:r>
            <a:rPr lang="es-MX" b="1" dirty="0"/>
            <a:t> Network): </a:t>
          </a:r>
          <a:r>
            <a:rPr lang="es-MX" dirty="0"/>
            <a:t>Red dedicada de alta velocidad que conecta servidores y unidades de almacenamiento.</a:t>
          </a:r>
          <a:endParaRPr lang="en-US" dirty="0"/>
        </a:p>
      </dgm:t>
    </dgm:pt>
    <dgm:pt modelId="{A06C62CD-AAAE-4191-9520-E6C19CC21C74}" type="parTrans" cxnId="{0CF91EDD-DA37-423A-A65F-4143C8F8DAA0}">
      <dgm:prSet/>
      <dgm:spPr/>
      <dgm:t>
        <a:bodyPr/>
        <a:lstStyle/>
        <a:p>
          <a:endParaRPr lang="en-US"/>
        </a:p>
      </dgm:t>
    </dgm:pt>
    <dgm:pt modelId="{7575FDEB-C6CC-4605-8653-76F0FA305C27}" type="sibTrans" cxnId="{0CF91EDD-DA37-423A-A65F-4143C8F8DAA0}">
      <dgm:prSet/>
      <dgm:spPr/>
      <dgm:t>
        <a:bodyPr/>
        <a:lstStyle/>
        <a:p>
          <a:endParaRPr lang="en-US"/>
        </a:p>
      </dgm:t>
    </dgm:pt>
    <dgm:pt modelId="{269B7DC1-FC11-4BD3-A21D-D06D40574F55}">
      <dgm:prSet/>
      <dgm:spPr/>
      <dgm:t>
        <a:bodyPr/>
        <a:lstStyle/>
        <a:p>
          <a:r>
            <a:rPr lang="es-MX" b="1"/>
            <a:t>Almacenamiento en la nube: </a:t>
          </a:r>
          <a:r>
            <a:rPr lang="es-MX"/>
            <a:t>Datos almacenados en servidores remotos accesibles a través de Internet.</a:t>
          </a:r>
          <a:br>
            <a:rPr lang="es-MX"/>
          </a:br>
          <a:endParaRPr lang="en-US"/>
        </a:p>
      </dgm:t>
    </dgm:pt>
    <dgm:pt modelId="{506FB74C-121B-4026-B1DD-B363D3EF6992}" type="parTrans" cxnId="{3BB432EC-4B19-4431-9760-557622CBE7D7}">
      <dgm:prSet/>
      <dgm:spPr/>
      <dgm:t>
        <a:bodyPr/>
        <a:lstStyle/>
        <a:p>
          <a:endParaRPr lang="en-US"/>
        </a:p>
      </dgm:t>
    </dgm:pt>
    <dgm:pt modelId="{BE7EF4CF-6033-4FF7-B1E4-4DF742FC0BDE}" type="sibTrans" cxnId="{3BB432EC-4B19-4431-9760-557622CBE7D7}">
      <dgm:prSet/>
      <dgm:spPr/>
      <dgm:t>
        <a:bodyPr/>
        <a:lstStyle/>
        <a:p>
          <a:endParaRPr lang="en-US"/>
        </a:p>
      </dgm:t>
    </dgm:pt>
    <dgm:pt modelId="{3C06BBA6-0EF1-4106-8121-78DA25CC29DB}" type="pres">
      <dgm:prSet presAssocID="{28C473D4-B77F-41F6-BC15-0FB0365D6A53}" presName="root" presStyleCnt="0">
        <dgm:presLayoutVars>
          <dgm:dir/>
          <dgm:resizeHandles val="exact"/>
        </dgm:presLayoutVars>
      </dgm:prSet>
      <dgm:spPr/>
    </dgm:pt>
    <dgm:pt modelId="{D235439C-DC7B-4E69-A438-C273089ED036}" type="pres">
      <dgm:prSet presAssocID="{74D8D8ED-9F7B-4D44-8591-E54EE83ECDC9}" presName="compNode" presStyleCnt="0"/>
      <dgm:spPr/>
    </dgm:pt>
    <dgm:pt modelId="{1961516D-9FD6-48D2-AA07-C6D2134E99D0}" type="pres">
      <dgm:prSet presAssocID="{74D8D8ED-9F7B-4D44-8591-E54EE83ECDC9}" presName="bgRect" presStyleLbl="bgShp" presStyleIdx="0" presStyleCnt="4"/>
      <dgm:spPr>
        <a:solidFill>
          <a:schemeClr val="accent1">
            <a:lumMod val="75000"/>
          </a:schemeClr>
        </a:solidFill>
      </dgm:spPr>
    </dgm:pt>
    <dgm:pt modelId="{B80A0284-5E9C-4819-BDC2-D4ACAE608C99}" type="pres">
      <dgm:prSet presAssocID="{74D8D8ED-9F7B-4D44-8591-E54EE83ECD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mitir"/>
        </a:ext>
      </dgm:extLst>
    </dgm:pt>
    <dgm:pt modelId="{9152D51F-A250-4A5D-BC4D-18C6E14DA795}" type="pres">
      <dgm:prSet presAssocID="{74D8D8ED-9F7B-4D44-8591-E54EE83ECDC9}" presName="spaceRect" presStyleCnt="0"/>
      <dgm:spPr/>
    </dgm:pt>
    <dgm:pt modelId="{5EB0697D-6B6C-4083-BA37-83057665F778}" type="pres">
      <dgm:prSet presAssocID="{74D8D8ED-9F7B-4D44-8591-E54EE83ECDC9}" presName="parTx" presStyleLbl="revTx" presStyleIdx="0" presStyleCnt="4">
        <dgm:presLayoutVars>
          <dgm:chMax val="0"/>
          <dgm:chPref val="0"/>
        </dgm:presLayoutVars>
      </dgm:prSet>
      <dgm:spPr/>
    </dgm:pt>
    <dgm:pt modelId="{6A5D8C67-6AFE-4D6B-B66A-4819E383B0FA}" type="pres">
      <dgm:prSet presAssocID="{4BF71335-22AA-40E8-B4E7-6236CEC7DED2}" presName="sibTrans" presStyleCnt="0"/>
      <dgm:spPr/>
    </dgm:pt>
    <dgm:pt modelId="{C6422073-4D14-43EA-8FC3-0E41FFF2505E}" type="pres">
      <dgm:prSet presAssocID="{9163DEB5-5EED-4A86-8848-FC75A90DE9BF}" presName="compNode" presStyleCnt="0"/>
      <dgm:spPr/>
    </dgm:pt>
    <dgm:pt modelId="{116AF60B-D269-437C-91A4-17D352A25856}" type="pres">
      <dgm:prSet presAssocID="{9163DEB5-5EED-4A86-8848-FC75A90DE9BF}" presName="bgRect" presStyleLbl="bgShp" presStyleIdx="1" presStyleCnt="4"/>
      <dgm:spPr>
        <a:solidFill>
          <a:schemeClr val="accent1">
            <a:lumMod val="75000"/>
          </a:schemeClr>
        </a:solidFill>
      </dgm:spPr>
    </dgm:pt>
    <dgm:pt modelId="{A82E0F86-7505-4BE3-8A9F-640317150049}" type="pres">
      <dgm:prSet presAssocID="{9163DEB5-5EED-4A86-8848-FC75A90DE9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A087B750-CEC1-4E22-ADC5-DA495164D091}" type="pres">
      <dgm:prSet presAssocID="{9163DEB5-5EED-4A86-8848-FC75A90DE9BF}" presName="spaceRect" presStyleCnt="0"/>
      <dgm:spPr/>
    </dgm:pt>
    <dgm:pt modelId="{9CDCCFEE-0684-4AC1-9557-65B861292BA0}" type="pres">
      <dgm:prSet presAssocID="{9163DEB5-5EED-4A86-8848-FC75A90DE9BF}" presName="parTx" presStyleLbl="revTx" presStyleIdx="1" presStyleCnt="4">
        <dgm:presLayoutVars>
          <dgm:chMax val="0"/>
          <dgm:chPref val="0"/>
        </dgm:presLayoutVars>
      </dgm:prSet>
      <dgm:spPr/>
    </dgm:pt>
    <dgm:pt modelId="{786679CC-BC00-4DD9-A91B-40702BBAAC94}" type="pres">
      <dgm:prSet presAssocID="{0A7B2AE1-FDEA-49C6-AE9F-5FF7647C05CF}" presName="sibTrans" presStyleCnt="0"/>
      <dgm:spPr/>
    </dgm:pt>
    <dgm:pt modelId="{65FF829F-52EB-4D80-BB05-57FAA650E147}" type="pres">
      <dgm:prSet presAssocID="{EFFD12F6-3517-478C-8B5C-75E1F40BE444}" presName="compNode" presStyleCnt="0"/>
      <dgm:spPr/>
    </dgm:pt>
    <dgm:pt modelId="{273B6223-1122-4108-B436-05D1234861E8}" type="pres">
      <dgm:prSet presAssocID="{EFFD12F6-3517-478C-8B5C-75E1F40BE444}" presName="bgRect" presStyleLbl="bgShp" presStyleIdx="2" presStyleCnt="4"/>
      <dgm:spPr>
        <a:solidFill>
          <a:schemeClr val="accent1">
            <a:lumMod val="75000"/>
          </a:schemeClr>
        </a:solidFill>
      </dgm:spPr>
    </dgm:pt>
    <dgm:pt modelId="{B0B2C05A-CF04-4CB7-A372-9EB3B354BBA2}" type="pres">
      <dgm:prSet presAssocID="{EFFD12F6-3517-478C-8B5C-75E1F40BE4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FEF8C18B-321A-4D7F-BFB8-A7EA7FF21BEA}" type="pres">
      <dgm:prSet presAssocID="{EFFD12F6-3517-478C-8B5C-75E1F40BE444}" presName="spaceRect" presStyleCnt="0"/>
      <dgm:spPr/>
    </dgm:pt>
    <dgm:pt modelId="{CD8DCB38-E99F-4170-BC14-647B14544DE2}" type="pres">
      <dgm:prSet presAssocID="{EFFD12F6-3517-478C-8B5C-75E1F40BE444}" presName="parTx" presStyleLbl="revTx" presStyleIdx="2" presStyleCnt="4">
        <dgm:presLayoutVars>
          <dgm:chMax val="0"/>
          <dgm:chPref val="0"/>
        </dgm:presLayoutVars>
      </dgm:prSet>
      <dgm:spPr/>
    </dgm:pt>
    <dgm:pt modelId="{A145CB81-F525-44BC-B70C-38B7463FE372}" type="pres">
      <dgm:prSet presAssocID="{7575FDEB-C6CC-4605-8653-76F0FA305C27}" presName="sibTrans" presStyleCnt="0"/>
      <dgm:spPr/>
    </dgm:pt>
    <dgm:pt modelId="{9D8CF74E-91CC-48C7-B685-606A7973B949}" type="pres">
      <dgm:prSet presAssocID="{269B7DC1-FC11-4BD3-A21D-D06D40574F55}" presName="compNode" presStyleCnt="0"/>
      <dgm:spPr/>
    </dgm:pt>
    <dgm:pt modelId="{AE5E6704-7C81-4E80-873F-E330607F4AA4}" type="pres">
      <dgm:prSet presAssocID="{269B7DC1-FC11-4BD3-A21D-D06D40574F55}" presName="bgRect" presStyleLbl="bgShp" presStyleIdx="3" presStyleCnt="4"/>
      <dgm:spPr>
        <a:solidFill>
          <a:schemeClr val="accent1">
            <a:lumMod val="75000"/>
          </a:schemeClr>
        </a:solidFill>
      </dgm:spPr>
    </dgm:pt>
    <dgm:pt modelId="{DA19C6A6-B886-4C51-95F4-06862E80A75E}" type="pres">
      <dgm:prSet presAssocID="{269B7DC1-FC11-4BD3-A21D-D06D40574F5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ABEACE4-743D-45B6-9124-E049425F2F31}" type="pres">
      <dgm:prSet presAssocID="{269B7DC1-FC11-4BD3-A21D-D06D40574F55}" presName="spaceRect" presStyleCnt="0"/>
      <dgm:spPr/>
    </dgm:pt>
    <dgm:pt modelId="{74611FCA-2E75-42B0-B5D7-B2394755561C}" type="pres">
      <dgm:prSet presAssocID="{269B7DC1-FC11-4BD3-A21D-D06D40574F5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81FAB0B-6478-484D-9783-3496C019BA51}" srcId="{28C473D4-B77F-41F6-BC15-0FB0365D6A53}" destId="{9163DEB5-5EED-4A86-8848-FC75A90DE9BF}" srcOrd="1" destOrd="0" parTransId="{6F0CA7EA-46DB-45C8-B7D7-DDE4C6B91074}" sibTransId="{0A7B2AE1-FDEA-49C6-AE9F-5FF7647C05CF}"/>
    <dgm:cxn modelId="{E6C20414-1488-4BE8-81B0-4B5803924088}" type="presOf" srcId="{74D8D8ED-9F7B-4D44-8591-E54EE83ECDC9}" destId="{5EB0697D-6B6C-4083-BA37-83057665F778}" srcOrd="0" destOrd="0" presId="urn:microsoft.com/office/officeart/2018/2/layout/IconVerticalSolidList"/>
    <dgm:cxn modelId="{E040B566-8795-4508-915A-AED5201FA537}" type="presOf" srcId="{EFFD12F6-3517-478C-8B5C-75E1F40BE444}" destId="{CD8DCB38-E99F-4170-BC14-647B14544DE2}" srcOrd="0" destOrd="0" presId="urn:microsoft.com/office/officeart/2018/2/layout/IconVerticalSolidList"/>
    <dgm:cxn modelId="{6CCAD46E-D546-4062-BB30-4DAA3DC5F7F8}" type="presOf" srcId="{28C473D4-B77F-41F6-BC15-0FB0365D6A53}" destId="{3C06BBA6-0EF1-4106-8121-78DA25CC29DB}" srcOrd="0" destOrd="0" presId="urn:microsoft.com/office/officeart/2018/2/layout/IconVerticalSolidList"/>
    <dgm:cxn modelId="{826F7C8A-1E92-4D08-8E08-139490E4C899}" srcId="{28C473D4-B77F-41F6-BC15-0FB0365D6A53}" destId="{74D8D8ED-9F7B-4D44-8591-E54EE83ECDC9}" srcOrd="0" destOrd="0" parTransId="{F1F95529-0FFD-47C7-A1A5-242839C508B4}" sibTransId="{4BF71335-22AA-40E8-B4E7-6236CEC7DED2}"/>
    <dgm:cxn modelId="{4982D6C2-B3B6-47B8-A5E3-C8A322415A6D}" type="presOf" srcId="{269B7DC1-FC11-4BD3-A21D-D06D40574F55}" destId="{74611FCA-2E75-42B0-B5D7-B2394755561C}" srcOrd="0" destOrd="0" presId="urn:microsoft.com/office/officeart/2018/2/layout/IconVerticalSolidList"/>
    <dgm:cxn modelId="{0CF91EDD-DA37-423A-A65F-4143C8F8DAA0}" srcId="{28C473D4-B77F-41F6-BC15-0FB0365D6A53}" destId="{EFFD12F6-3517-478C-8B5C-75E1F40BE444}" srcOrd="2" destOrd="0" parTransId="{A06C62CD-AAAE-4191-9520-E6C19CC21C74}" sibTransId="{7575FDEB-C6CC-4605-8653-76F0FA305C27}"/>
    <dgm:cxn modelId="{3BB432EC-4B19-4431-9760-557622CBE7D7}" srcId="{28C473D4-B77F-41F6-BC15-0FB0365D6A53}" destId="{269B7DC1-FC11-4BD3-A21D-D06D40574F55}" srcOrd="3" destOrd="0" parTransId="{506FB74C-121B-4026-B1DD-B363D3EF6992}" sibTransId="{BE7EF4CF-6033-4FF7-B1E4-4DF742FC0BDE}"/>
    <dgm:cxn modelId="{7F4CF9F5-117B-45D5-8F27-15BF7B702BF7}" type="presOf" srcId="{9163DEB5-5EED-4A86-8848-FC75A90DE9BF}" destId="{9CDCCFEE-0684-4AC1-9557-65B861292BA0}" srcOrd="0" destOrd="0" presId="urn:microsoft.com/office/officeart/2018/2/layout/IconVerticalSolidList"/>
    <dgm:cxn modelId="{5D3279C4-927D-40B4-A56C-0D63B674F26C}" type="presParOf" srcId="{3C06BBA6-0EF1-4106-8121-78DA25CC29DB}" destId="{D235439C-DC7B-4E69-A438-C273089ED036}" srcOrd="0" destOrd="0" presId="urn:microsoft.com/office/officeart/2018/2/layout/IconVerticalSolidList"/>
    <dgm:cxn modelId="{058E8CB9-BFF1-4415-B10B-AC6F4DDF2A65}" type="presParOf" srcId="{D235439C-DC7B-4E69-A438-C273089ED036}" destId="{1961516D-9FD6-48D2-AA07-C6D2134E99D0}" srcOrd="0" destOrd="0" presId="urn:microsoft.com/office/officeart/2018/2/layout/IconVerticalSolidList"/>
    <dgm:cxn modelId="{C1EC563B-AF96-45B7-AE44-EF702E4D22FE}" type="presParOf" srcId="{D235439C-DC7B-4E69-A438-C273089ED036}" destId="{B80A0284-5E9C-4819-BDC2-D4ACAE608C99}" srcOrd="1" destOrd="0" presId="urn:microsoft.com/office/officeart/2018/2/layout/IconVerticalSolidList"/>
    <dgm:cxn modelId="{E9589F67-A992-4DFB-A801-1F5F5F4D1EB4}" type="presParOf" srcId="{D235439C-DC7B-4E69-A438-C273089ED036}" destId="{9152D51F-A250-4A5D-BC4D-18C6E14DA795}" srcOrd="2" destOrd="0" presId="urn:microsoft.com/office/officeart/2018/2/layout/IconVerticalSolidList"/>
    <dgm:cxn modelId="{4EC394E1-3A21-479B-AD64-DE0834D57808}" type="presParOf" srcId="{D235439C-DC7B-4E69-A438-C273089ED036}" destId="{5EB0697D-6B6C-4083-BA37-83057665F778}" srcOrd="3" destOrd="0" presId="urn:microsoft.com/office/officeart/2018/2/layout/IconVerticalSolidList"/>
    <dgm:cxn modelId="{5550843A-D50C-443A-8921-7FAF818EEE41}" type="presParOf" srcId="{3C06BBA6-0EF1-4106-8121-78DA25CC29DB}" destId="{6A5D8C67-6AFE-4D6B-B66A-4819E383B0FA}" srcOrd="1" destOrd="0" presId="urn:microsoft.com/office/officeart/2018/2/layout/IconVerticalSolidList"/>
    <dgm:cxn modelId="{073B84EC-D353-45E2-9B0C-52960EE05309}" type="presParOf" srcId="{3C06BBA6-0EF1-4106-8121-78DA25CC29DB}" destId="{C6422073-4D14-43EA-8FC3-0E41FFF2505E}" srcOrd="2" destOrd="0" presId="urn:microsoft.com/office/officeart/2018/2/layout/IconVerticalSolidList"/>
    <dgm:cxn modelId="{9E1F9045-A22A-4EF1-BF54-ECACE37AB9E7}" type="presParOf" srcId="{C6422073-4D14-43EA-8FC3-0E41FFF2505E}" destId="{116AF60B-D269-437C-91A4-17D352A25856}" srcOrd="0" destOrd="0" presId="urn:microsoft.com/office/officeart/2018/2/layout/IconVerticalSolidList"/>
    <dgm:cxn modelId="{C868E75E-540B-4A4A-9919-A3C1A28933AF}" type="presParOf" srcId="{C6422073-4D14-43EA-8FC3-0E41FFF2505E}" destId="{A82E0F86-7505-4BE3-8A9F-640317150049}" srcOrd="1" destOrd="0" presId="urn:microsoft.com/office/officeart/2018/2/layout/IconVerticalSolidList"/>
    <dgm:cxn modelId="{F22D913C-28C4-485B-B437-591764875A34}" type="presParOf" srcId="{C6422073-4D14-43EA-8FC3-0E41FFF2505E}" destId="{A087B750-CEC1-4E22-ADC5-DA495164D091}" srcOrd="2" destOrd="0" presId="urn:microsoft.com/office/officeart/2018/2/layout/IconVerticalSolidList"/>
    <dgm:cxn modelId="{193CF3DD-AD2D-486C-9F01-D2FCCC3F0404}" type="presParOf" srcId="{C6422073-4D14-43EA-8FC3-0E41FFF2505E}" destId="{9CDCCFEE-0684-4AC1-9557-65B861292BA0}" srcOrd="3" destOrd="0" presId="urn:microsoft.com/office/officeart/2018/2/layout/IconVerticalSolidList"/>
    <dgm:cxn modelId="{FBD81A59-F749-44F4-940E-B32615FF2EFB}" type="presParOf" srcId="{3C06BBA6-0EF1-4106-8121-78DA25CC29DB}" destId="{786679CC-BC00-4DD9-A91B-40702BBAAC94}" srcOrd="3" destOrd="0" presId="urn:microsoft.com/office/officeart/2018/2/layout/IconVerticalSolidList"/>
    <dgm:cxn modelId="{D5532650-CB4A-4057-A7E0-AF8D2E0E27F8}" type="presParOf" srcId="{3C06BBA6-0EF1-4106-8121-78DA25CC29DB}" destId="{65FF829F-52EB-4D80-BB05-57FAA650E147}" srcOrd="4" destOrd="0" presId="urn:microsoft.com/office/officeart/2018/2/layout/IconVerticalSolidList"/>
    <dgm:cxn modelId="{1D66A573-1F30-46A8-A0B0-C4BFEA73A08F}" type="presParOf" srcId="{65FF829F-52EB-4D80-BB05-57FAA650E147}" destId="{273B6223-1122-4108-B436-05D1234861E8}" srcOrd="0" destOrd="0" presId="urn:microsoft.com/office/officeart/2018/2/layout/IconVerticalSolidList"/>
    <dgm:cxn modelId="{BCBF1A7D-BF67-4A15-A25A-678253B90ECA}" type="presParOf" srcId="{65FF829F-52EB-4D80-BB05-57FAA650E147}" destId="{B0B2C05A-CF04-4CB7-A372-9EB3B354BBA2}" srcOrd="1" destOrd="0" presId="urn:microsoft.com/office/officeart/2018/2/layout/IconVerticalSolidList"/>
    <dgm:cxn modelId="{C901FCAE-A54B-451B-8991-A59F12C3D506}" type="presParOf" srcId="{65FF829F-52EB-4D80-BB05-57FAA650E147}" destId="{FEF8C18B-321A-4D7F-BFB8-A7EA7FF21BEA}" srcOrd="2" destOrd="0" presId="urn:microsoft.com/office/officeart/2018/2/layout/IconVerticalSolidList"/>
    <dgm:cxn modelId="{BD66D3A5-97E5-40A3-8763-286077153501}" type="presParOf" srcId="{65FF829F-52EB-4D80-BB05-57FAA650E147}" destId="{CD8DCB38-E99F-4170-BC14-647B14544DE2}" srcOrd="3" destOrd="0" presId="urn:microsoft.com/office/officeart/2018/2/layout/IconVerticalSolidList"/>
    <dgm:cxn modelId="{5A3F32EC-3753-4DEF-815A-CDA88EBC1169}" type="presParOf" srcId="{3C06BBA6-0EF1-4106-8121-78DA25CC29DB}" destId="{A145CB81-F525-44BC-B70C-38B7463FE372}" srcOrd="5" destOrd="0" presId="urn:microsoft.com/office/officeart/2018/2/layout/IconVerticalSolidList"/>
    <dgm:cxn modelId="{B545FCC3-431A-4041-ADBB-1AE84A8F5066}" type="presParOf" srcId="{3C06BBA6-0EF1-4106-8121-78DA25CC29DB}" destId="{9D8CF74E-91CC-48C7-B685-606A7973B949}" srcOrd="6" destOrd="0" presId="urn:microsoft.com/office/officeart/2018/2/layout/IconVerticalSolidList"/>
    <dgm:cxn modelId="{4A3201A6-74F6-4C34-A07C-79CD150283F4}" type="presParOf" srcId="{9D8CF74E-91CC-48C7-B685-606A7973B949}" destId="{AE5E6704-7C81-4E80-873F-E330607F4AA4}" srcOrd="0" destOrd="0" presId="urn:microsoft.com/office/officeart/2018/2/layout/IconVerticalSolidList"/>
    <dgm:cxn modelId="{77794211-E985-4357-969C-62BFEDE2FFBE}" type="presParOf" srcId="{9D8CF74E-91CC-48C7-B685-606A7973B949}" destId="{DA19C6A6-B886-4C51-95F4-06862E80A75E}" srcOrd="1" destOrd="0" presId="urn:microsoft.com/office/officeart/2018/2/layout/IconVerticalSolidList"/>
    <dgm:cxn modelId="{F5184D2C-8448-493B-8343-5D836FFB7E6B}" type="presParOf" srcId="{9D8CF74E-91CC-48C7-B685-606A7973B949}" destId="{EABEACE4-743D-45B6-9124-E049425F2F31}" srcOrd="2" destOrd="0" presId="urn:microsoft.com/office/officeart/2018/2/layout/IconVerticalSolidList"/>
    <dgm:cxn modelId="{F48C1E27-8CBC-4AD5-960B-C29A6D06C747}" type="presParOf" srcId="{9D8CF74E-91CC-48C7-B685-606A7973B949}" destId="{74611FCA-2E75-42B0-B5D7-B239475556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0034A0-120E-4618-82EE-D5A9E7CE00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E77BDF7-383B-499E-BC8C-C0669B928937}">
      <dgm:prSet/>
      <dgm:spPr/>
      <dgm:t>
        <a:bodyPr/>
        <a:lstStyle/>
        <a:p>
          <a:r>
            <a:rPr lang="es-MX" b="1" dirty="0"/>
            <a:t>Rendimiento</a:t>
          </a:r>
          <a:r>
            <a:rPr lang="es-MX" dirty="0"/>
            <a:t>: SAN es más rápido que NAS.</a:t>
          </a:r>
          <a:endParaRPr lang="en-US" dirty="0"/>
        </a:p>
      </dgm:t>
    </dgm:pt>
    <dgm:pt modelId="{31BD9F48-0BF2-4EB9-B3B5-D40C8CA07602}" type="parTrans" cxnId="{EA3F0649-E5C3-4D56-81B1-CB6C9423B3EB}">
      <dgm:prSet/>
      <dgm:spPr/>
      <dgm:t>
        <a:bodyPr/>
        <a:lstStyle/>
        <a:p>
          <a:endParaRPr lang="en-US"/>
        </a:p>
      </dgm:t>
    </dgm:pt>
    <dgm:pt modelId="{528CB697-C781-4AAF-A278-62FB80AE30E4}" type="sibTrans" cxnId="{EA3F0649-E5C3-4D56-81B1-CB6C9423B3EB}">
      <dgm:prSet/>
      <dgm:spPr/>
      <dgm:t>
        <a:bodyPr/>
        <a:lstStyle/>
        <a:p>
          <a:endParaRPr lang="en-US"/>
        </a:p>
      </dgm:t>
    </dgm:pt>
    <dgm:pt modelId="{2DA58F69-B145-4809-8BC6-E4A3CA6D958F}">
      <dgm:prSet/>
      <dgm:spPr/>
      <dgm:t>
        <a:bodyPr/>
        <a:lstStyle/>
        <a:p>
          <a:r>
            <a:rPr lang="es-MX" b="1"/>
            <a:t>Escalabilidad</a:t>
          </a:r>
          <a:r>
            <a:rPr lang="es-MX"/>
            <a:t>: SAN es más escalable.</a:t>
          </a:r>
          <a:endParaRPr lang="en-US"/>
        </a:p>
      </dgm:t>
    </dgm:pt>
    <dgm:pt modelId="{2DBD1A4E-51EB-4327-9760-8F4CB9776C4D}" type="parTrans" cxnId="{A526520E-2E87-46A3-BF58-B2B6E13A911F}">
      <dgm:prSet/>
      <dgm:spPr/>
      <dgm:t>
        <a:bodyPr/>
        <a:lstStyle/>
        <a:p>
          <a:endParaRPr lang="en-US"/>
        </a:p>
      </dgm:t>
    </dgm:pt>
    <dgm:pt modelId="{D1A92D69-668F-4239-9D0E-A92125A5A0B4}" type="sibTrans" cxnId="{A526520E-2E87-46A3-BF58-B2B6E13A911F}">
      <dgm:prSet/>
      <dgm:spPr/>
      <dgm:t>
        <a:bodyPr/>
        <a:lstStyle/>
        <a:p>
          <a:endParaRPr lang="en-US"/>
        </a:p>
      </dgm:t>
    </dgm:pt>
    <dgm:pt modelId="{EAD21B40-585F-4B7F-B2A1-75B601E03106}">
      <dgm:prSet/>
      <dgm:spPr/>
      <dgm:t>
        <a:bodyPr/>
        <a:lstStyle/>
        <a:p>
          <a:r>
            <a:rPr lang="es-MX" b="1"/>
            <a:t>Costos</a:t>
          </a:r>
          <a:r>
            <a:rPr lang="es-MX"/>
            <a:t>: NAS es más económico.</a:t>
          </a:r>
          <a:endParaRPr lang="en-US"/>
        </a:p>
      </dgm:t>
    </dgm:pt>
    <dgm:pt modelId="{AC5A6C1E-75D7-4FFB-A56B-75CDE3F23140}" type="parTrans" cxnId="{18599FD9-F907-4759-A251-17AC76FCCA0D}">
      <dgm:prSet/>
      <dgm:spPr/>
      <dgm:t>
        <a:bodyPr/>
        <a:lstStyle/>
        <a:p>
          <a:endParaRPr lang="en-US"/>
        </a:p>
      </dgm:t>
    </dgm:pt>
    <dgm:pt modelId="{18BF1EEC-1883-444A-B7B7-D622FF8726A4}" type="sibTrans" cxnId="{18599FD9-F907-4759-A251-17AC76FCCA0D}">
      <dgm:prSet/>
      <dgm:spPr/>
      <dgm:t>
        <a:bodyPr/>
        <a:lstStyle/>
        <a:p>
          <a:endParaRPr lang="en-US"/>
        </a:p>
      </dgm:t>
    </dgm:pt>
    <dgm:pt modelId="{6F555AFD-50FB-4095-9EA2-21508E40BEE2}" type="pres">
      <dgm:prSet presAssocID="{6C0034A0-120E-4618-82EE-D5A9E7CE00B1}" presName="root" presStyleCnt="0">
        <dgm:presLayoutVars>
          <dgm:dir/>
          <dgm:resizeHandles val="exact"/>
        </dgm:presLayoutVars>
      </dgm:prSet>
      <dgm:spPr/>
    </dgm:pt>
    <dgm:pt modelId="{6FB5F312-76D3-488D-ABCD-D17FDD9D3A27}" type="pres">
      <dgm:prSet presAssocID="{6E77BDF7-383B-499E-BC8C-C0669B928937}" presName="compNode" presStyleCnt="0"/>
      <dgm:spPr/>
    </dgm:pt>
    <dgm:pt modelId="{BB010A06-27EB-4C21-80F2-FBB79F32ADDA}" type="pres">
      <dgm:prSet presAssocID="{6E77BDF7-383B-499E-BC8C-C0669B928937}" presName="bgRect" presStyleLbl="bgShp" presStyleIdx="0" presStyleCnt="3"/>
      <dgm:spPr>
        <a:solidFill>
          <a:schemeClr val="accent1">
            <a:lumMod val="75000"/>
          </a:schemeClr>
        </a:solidFill>
      </dgm:spPr>
    </dgm:pt>
    <dgm:pt modelId="{3A567173-2012-476D-80E6-4369E01BA61D}" type="pres">
      <dgm:prSet presAssocID="{6E77BDF7-383B-499E-BC8C-C0669B9289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FF388580-D6C4-4904-BE43-BB798C681755}" type="pres">
      <dgm:prSet presAssocID="{6E77BDF7-383B-499E-BC8C-C0669B928937}" presName="spaceRect" presStyleCnt="0"/>
      <dgm:spPr/>
    </dgm:pt>
    <dgm:pt modelId="{C49B4FEF-237C-4E6B-A48C-60DB1B592A94}" type="pres">
      <dgm:prSet presAssocID="{6E77BDF7-383B-499E-BC8C-C0669B928937}" presName="parTx" presStyleLbl="revTx" presStyleIdx="0" presStyleCnt="3">
        <dgm:presLayoutVars>
          <dgm:chMax val="0"/>
          <dgm:chPref val="0"/>
        </dgm:presLayoutVars>
      </dgm:prSet>
      <dgm:spPr/>
    </dgm:pt>
    <dgm:pt modelId="{DF2BD91E-D274-425A-88BF-EEA0542752CB}" type="pres">
      <dgm:prSet presAssocID="{528CB697-C781-4AAF-A278-62FB80AE30E4}" presName="sibTrans" presStyleCnt="0"/>
      <dgm:spPr/>
    </dgm:pt>
    <dgm:pt modelId="{220EC1AC-8965-42D3-9485-FEBC2C4405A4}" type="pres">
      <dgm:prSet presAssocID="{2DA58F69-B145-4809-8BC6-E4A3CA6D958F}" presName="compNode" presStyleCnt="0"/>
      <dgm:spPr/>
    </dgm:pt>
    <dgm:pt modelId="{1A96B511-7738-47DF-841C-E60F54738488}" type="pres">
      <dgm:prSet presAssocID="{2DA58F69-B145-4809-8BC6-E4A3CA6D958F}" presName="bgRect" presStyleLbl="bgShp" presStyleIdx="1" presStyleCnt="3"/>
      <dgm:spPr>
        <a:solidFill>
          <a:schemeClr val="accent1">
            <a:lumMod val="75000"/>
          </a:schemeClr>
        </a:solidFill>
      </dgm:spPr>
    </dgm:pt>
    <dgm:pt modelId="{7068F070-06B2-4039-A415-44B4E7F04A52}" type="pres">
      <dgm:prSet presAssocID="{2DA58F69-B145-4809-8BC6-E4A3CA6D95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gando"/>
        </a:ext>
      </dgm:extLst>
    </dgm:pt>
    <dgm:pt modelId="{854BA283-8DC2-4119-92F0-87E7602B8358}" type="pres">
      <dgm:prSet presAssocID="{2DA58F69-B145-4809-8BC6-E4A3CA6D958F}" presName="spaceRect" presStyleCnt="0"/>
      <dgm:spPr/>
    </dgm:pt>
    <dgm:pt modelId="{EA530071-F00E-4F74-B1F0-78CC4891F3FC}" type="pres">
      <dgm:prSet presAssocID="{2DA58F69-B145-4809-8BC6-E4A3CA6D958F}" presName="parTx" presStyleLbl="revTx" presStyleIdx="1" presStyleCnt="3">
        <dgm:presLayoutVars>
          <dgm:chMax val="0"/>
          <dgm:chPref val="0"/>
        </dgm:presLayoutVars>
      </dgm:prSet>
      <dgm:spPr/>
    </dgm:pt>
    <dgm:pt modelId="{5166004D-7EF9-45A7-9811-D3A584EBB660}" type="pres">
      <dgm:prSet presAssocID="{D1A92D69-668F-4239-9D0E-A92125A5A0B4}" presName="sibTrans" presStyleCnt="0"/>
      <dgm:spPr/>
    </dgm:pt>
    <dgm:pt modelId="{B6CC2823-6B55-4F20-8507-7B18E3340935}" type="pres">
      <dgm:prSet presAssocID="{EAD21B40-585F-4B7F-B2A1-75B601E03106}" presName="compNode" presStyleCnt="0"/>
      <dgm:spPr/>
    </dgm:pt>
    <dgm:pt modelId="{AE252E58-3433-400A-91B6-561E7A21233B}" type="pres">
      <dgm:prSet presAssocID="{EAD21B40-585F-4B7F-B2A1-75B601E03106}" presName="bgRect" presStyleLbl="bgShp" presStyleIdx="2" presStyleCnt="3"/>
      <dgm:spPr>
        <a:solidFill>
          <a:schemeClr val="accent1">
            <a:lumMod val="75000"/>
          </a:schemeClr>
        </a:solidFill>
      </dgm:spPr>
    </dgm:pt>
    <dgm:pt modelId="{E618E45F-33A6-4ACF-9F01-69AFC998D551}" type="pres">
      <dgm:prSet presAssocID="{EAD21B40-585F-4B7F-B2A1-75B601E0310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62D85730-F70C-4297-8D43-994308185665}" type="pres">
      <dgm:prSet presAssocID="{EAD21B40-585F-4B7F-B2A1-75B601E03106}" presName="spaceRect" presStyleCnt="0"/>
      <dgm:spPr/>
    </dgm:pt>
    <dgm:pt modelId="{1E98283A-9D95-4C82-9755-7D1ECEFDDBF3}" type="pres">
      <dgm:prSet presAssocID="{EAD21B40-585F-4B7F-B2A1-75B601E0310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526520E-2E87-46A3-BF58-B2B6E13A911F}" srcId="{6C0034A0-120E-4618-82EE-D5A9E7CE00B1}" destId="{2DA58F69-B145-4809-8BC6-E4A3CA6D958F}" srcOrd="1" destOrd="0" parTransId="{2DBD1A4E-51EB-4327-9760-8F4CB9776C4D}" sibTransId="{D1A92D69-668F-4239-9D0E-A92125A5A0B4}"/>
    <dgm:cxn modelId="{C98FFD46-0959-4235-85A9-63CC16A7BA60}" type="presOf" srcId="{6C0034A0-120E-4618-82EE-D5A9E7CE00B1}" destId="{6F555AFD-50FB-4095-9EA2-21508E40BEE2}" srcOrd="0" destOrd="0" presId="urn:microsoft.com/office/officeart/2018/2/layout/IconVerticalSolidList"/>
    <dgm:cxn modelId="{EA3F0649-E5C3-4D56-81B1-CB6C9423B3EB}" srcId="{6C0034A0-120E-4618-82EE-D5A9E7CE00B1}" destId="{6E77BDF7-383B-499E-BC8C-C0669B928937}" srcOrd="0" destOrd="0" parTransId="{31BD9F48-0BF2-4EB9-B3B5-D40C8CA07602}" sibTransId="{528CB697-C781-4AAF-A278-62FB80AE30E4}"/>
    <dgm:cxn modelId="{7471A557-60FC-4834-9E85-9F93E43CB0EC}" type="presOf" srcId="{EAD21B40-585F-4B7F-B2A1-75B601E03106}" destId="{1E98283A-9D95-4C82-9755-7D1ECEFDDBF3}" srcOrd="0" destOrd="0" presId="urn:microsoft.com/office/officeart/2018/2/layout/IconVerticalSolidList"/>
    <dgm:cxn modelId="{2C2B9A81-35D4-46C7-BF09-AEF35AA03B15}" type="presOf" srcId="{2DA58F69-B145-4809-8BC6-E4A3CA6D958F}" destId="{EA530071-F00E-4F74-B1F0-78CC4891F3FC}" srcOrd="0" destOrd="0" presId="urn:microsoft.com/office/officeart/2018/2/layout/IconVerticalSolidList"/>
    <dgm:cxn modelId="{18599FD9-F907-4759-A251-17AC76FCCA0D}" srcId="{6C0034A0-120E-4618-82EE-D5A9E7CE00B1}" destId="{EAD21B40-585F-4B7F-B2A1-75B601E03106}" srcOrd="2" destOrd="0" parTransId="{AC5A6C1E-75D7-4FFB-A56B-75CDE3F23140}" sibTransId="{18BF1EEC-1883-444A-B7B7-D622FF8726A4}"/>
    <dgm:cxn modelId="{4FF302E3-2462-4F0A-AA01-DD1556F7A108}" type="presOf" srcId="{6E77BDF7-383B-499E-BC8C-C0669B928937}" destId="{C49B4FEF-237C-4E6B-A48C-60DB1B592A94}" srcOrd="0" destOrd="0" presId="urn:microsoft.com/office/officeart/2018/2/layout/IconVerticalSolidList"/>
    <dgm:cxn modelId="{AFDC6006-B04B-4BC7-9FA8-9A090C7BF3E7}" type="presParOf" srcId="{6F555AFD-50FB-4095-9EA2-21508E40BEE2}" destId="{6FB5F312-76D3-488D-ABCD-D17FDD9D3A27}" srcOrd="0" destOrd="0" presId="urn:microsoft.com/office/officeart/2018/2/layout/IconVerticalSolidList"/>
    <dgm:cxn modelId="{8EBF4CD4-9415-42FF-A3D6-1FC043E0C57C}" type="presParOf" srcId="{6FB5F312-76D3-488D-ABCD-D17FDD9D3A27}" destId="{BB010A06-27EB-4C21-80F2-FBB79F32ADDA}" srcOrd="0" destOrd="0" presId="urn:microsoft.com/office/officeart/2018/2/layout/IconVerticalSolidList"/>
    <dgm:cxn modelId="{600A982A-2D85-4BCC-BE17-51ADD437584E}" type="presParOf" srcId="{6FB5F312-76D3-488D-ABCD-D17FDD9D3A27}" destId="{3A567173-2012-476D-80E6-4369E01BA61D}" srcOrd="1" destOrd="0" presId="urn:microsoft.com/office/officeart/2018/2/layout/IconVerticalSolidList"/>
    <dgm:cxn modelId="{7AB2BA96-5C5A-48D0-BC4F-4BAFE6FEF018}" type="presParOf" srcId="{6FB5F312-76D3-488D-ABCD-D17FDD9D3A27}" destId="{FF388580-D6C4-4904-BE43-BB798C681755}" srcOrd="2" destOrd="0" presId="urn:microsoft.com/office/officeart/2018/2/layout/IconVerticalSolidList"/>
    <dgm:cxn modelId="{84D84282-D805-4518-B9F5-2E1674B74F68}" type="presParOf" srcId="{6FB5F312-76D3-488D-ABCD-D17FDD9D3A27}" destId="{C49B4FEF-237C-4E6B-A48C-60DB1B592A94}" srcOrd="3" destOrd="0" presId="urn:microsoft.com/office/officeart/2018/2/layout/IconVerticalSolidList"/>
    <dgm:cxn modelId="{C3556648-0920-4166-B122-451355F21B1B}" type="presParOf" srcId="{6F555AFD-50FB-4095-9EA2-21508E40BEE2}" destId="{DF2BD91E-D274-425A-88BF-EEA0542752CB}" srcOrd="1" destOrd="0" presId="urn:microsoft.com/office/officeart/2018/2/layout/IconVerticalSolidList"/>
    <dgm:cxn modelId="{9D869CBA-0981-49AB-84B9-C3EC05D6AE95}" type="presParOf" srcId="{6F555AFD-50FB-4095-9EA2-21508E40BEE2}" destId="{220EC1AC-8965-42D3-9485-FEBC2C4405A4}" srcOrd="2" destOrd="0" presId="urn:microsoft.com/office/officeart/2018/2/layout/IconVerticalSolidList"/>
    <dgm:cxn modelId="{FE82150F-D43A-4794-A2F5-1B7FC6C58741}" type="presParOf" srcId="{220EC1AC-8965-42D3-9485-FEBC2C4405A4}" destId="{1A96B511-7738-47DF-841C-E60F54738488}" srcOrd="0" destOrd="0" presId="urn:microsoft.com/office/officeart/2018/2/layout/IconVerticalSolidList"/>
    <dgm:cxn modelId="{AE122546-57EC-4608-BCD1-C308C6B192CB}" type="presParOf" srcId="{220EC1AC-8965-42D3-9485-FEBC2C4405A4}" destId="{7068F070-06B2-4039-A415-44B4E7F04A52}" srcOrd="1" destOrd="0" presId="urn:microsoft.com/office/officeart/2018/2/layout/IconVerticalSolidList"/>
    <dgm:cxn modelId="{C81DC539-79AB-4470-B13F-C0929D47E297}" type="presParOf" srcId="{220EC1AC-8965-42D3-9485-FEBC2C4405A4}" destId="{854BA283-8DC2-4119-92F0-87E7602B8358}" srcOrd="2" destOrd="0" presId="urn:microsoft.com/office/officeart/2018/2/layout/IconVerticalSolidList"/>
    <dgm:cxn modelId="{EC701741-EAB8-4E6B-8632-2BF676F1C7E6}" type="presParOf" srcId="{220EC1AC-8965-42D3-9485-FEBC2C4405A4}" destId="{EA530071-F00E-4F74-B1F0-78CC4891F3FC}" srcOrd="3" destOrd="0" presId="urn:microsoft.com/office/officeart/2018/2/layout/IconVerticalSolidList"/>
    <dgm:cxn modelId="{69FF0880-774B-4759-9DC8-727C8FCB8287}" type="presParOf" srcId="{6F555AFD-50FB-4095-9EA2-21508E40BEE2}" destId="{5166004D-7EF9-45A7-9811-D3A584EBB660}" srcOrd="3" destOrd="0" presId="urn:microsoft.com/office/officeart/2018/2/layout/IconVerticalSolidList"/>
    <dgm:cxn modelId="{732FDA9B-F209-4F37-83D2-89E9B06F2954}" type="presParOf" srcId="{6F555AFD-50FB-4095-9EA2-21508E40BEE2}" destId="{B6CC2823-6B55-4F20-8507-7B18E3340935}" srcOrd="4" destOrd="0" presId="urn:microsoft.com/office/officeart/2018/2/layout/IconVerticalSolidList"/>
    <dgm:cxn modelId="{AA5964C6-514B-4ADB-9D25-F70A41FA1EFF}" type="presParOf" srcId="{B6CC2823-6B55-4F20-8507-7B18E3340935}" destId="{AE252E58-3433-400A-91B6-561E7A21233B}" srcOrd="0" destOrd="0" presId="urn:microsoft.com/office/officeart/2018/2/layout/IconVerticalSolidList"/>
    <dgm:cxn modelId="{0299A4CF-993D-463A-9E4F-6D4330EF0399}" type="presParOf" srcId="{B6CC2823-6B55-4F20-8507-7B18E3340935}" destId="{E618E45F-33A6-4ACF-9F01-69AFC998D551}" srcOrd="1" destOrd="0" presId="urn:microsoft.com/office/officeart/2018/2/layout/IconVerticalSolidList"/>
    <dgm:cxn modelId="{1C699C6F-97B2-4089-B77E-636D88DD98AD}" type="presParOf" srcId="{B6CC2823-6B55-4F20-8507-7B18E3340935}" destId="{62D85730-F70C-4297-8D43-994308185665}" srcOrd="2" destOrd="0" presId="urn:microsoft.com/office/officeart/2018/2/layout/IconVerticalSolidList"/>
    <dgm:cxn modelId="{45A5D212-B256-4690-9B87-B6BD9087FD00}" type="presParOf" srcId="{B6CC2823-6B55-4F20-8507-7B18E3340935}" destId="{1E98283A-9D95-4C82-9755-7D1ECEFDDB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9AE12E-5AF5-4001-9BBA-0047CCEB436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795350-ADAF-4062-B011-FAD500C978D7}">
      <dgm:prSet/>
      <dgm:spPr/>
      <dgm:t>
        <a:bodyPr/>
        <a:lstStyle/>
        <a:p>
          <a:r>
            <a:rPr lang="es-MX" b="1" i="0"/>
            <a:t>Comparación de costos:</a:t>
          </a:r>
          <a:endParaRPr lang="en-US"/>
        </a:p>
      </dgm:t>
    </dgm:pt>
    <dgm:pt modelId="{D4DB232F-624E-46EE-9ADD-4907930010B8}" type="parTrans" cxnId="{1E34739E-E269-4B02-97C8-5E848AF64D9A}">
      <dgm:prSet/>
      <dgm:spPr/>
      <dgm:t>
        <a:bodyPr/>
        <a:lstStyle/>
        <a:p>
          <a:endParaRPr lang="en-US"/>
        </a:p>
      </dgm:t>
    </dgm:pt>
    <dgm:pt modelId="{598DB93C-017B-4043-B902-7601438345A3}" type="sibTrans" cxnId="{1E34739E-E269-4B02-97C8-5E848AF64D9A}">
      <dgm:prSet/>
      <dgm:spPr/>
      <dgm:t>
        <a:bodyPr/>
        <a:lstStyle/>
        <a:p>
          <a:endParaRPr lang="en-US"/>
        </a:p>
      </dgm:t>
    </dgm:pt>
    <dgm:pt modelId="{A0724FC5-FDF2-4C06-8E84-472F6585A6C0}">
      <dgm:prSet/>
      <dgm:spPr/>
      <dgm:t>
        <a:bodyPr/>
        <a:lstStyle/>
        <a:p>
          <a:r>
            <a:rPr lang="es-MX" b="0" i="0"/>
            <a:t>DAS: Bajo costo inicial.</a:t>
          </a:r>
          <a:endParaRPr lang="en-US"/>
        </a:p>
      </dgm:t>
    </dgm:pt>
    <dgm:pt modelId="{919440E5-FE00-4CC3-BA2A-6331BC3B2B7F}" type="parTrans" cxnId="{351B1C8A-5346-461C-BDCD-BCDC1D62D9B3}">
      <dgm:prSet/>
      <dgm:spPr/>
      <dgm:t>
        <a:bodyPr/>
        <a:lstStyle/>
        <a:p>
          <a:endParaRPr lang="en-US"/>
        </a:p>
      </dgm:t>
    </dgm:pt>
    <dgm:pt modelId="{E2736B5F-81FF-487B-B46F-4040CD53382B}" type="sibTrans" cxnId="{351B1C8A-5346-461C-BDCD-BCDC1D62D9B3}">
      <dgm:prSet/>
      <dgm:spPr/>
      <dgm:t>
        <a:bodyPr/>
        <a:lstStyle/>
        <a:p>
          <a:endParaRPr lang="en-US"/>
        </a:p>
      </dgm:t>
    </dgm:pt>
    <dgm:pt modelId="{7BD24353-E246-45CC-B0BD-78C6A7903D7B}">
      <dgm:prSet/>
      <dgm:spPr/>
      <dgm:t>
        <a:bodyPr/>
        <a:lstStyle/>
        <a:p>
          <a:r>
            <a:rPr lang="es-MX" b="0" i="0"/>
            <a:t>NAS: Costo moderado.</a:t>
          </a:r>
          <a:endParaRPr lang="en-US"/>
        </a:p>
      </dgm:t>
    </dgm:pt>
    <dgm:pt modelId="{9F7D1F20-CEC2-41A9-AEF6-4570DA59D0FE}" type="parTrans" cxnId="{CFC7C038-B3EA-4E40-96BE-423743911B63}">
      <dgm:prSet/>
      <dgm:spPr/>
      <dgm:t>
        <a:bodyPr/>
        <a:lstStyle/>
        <a:p>
          <a:endParaRPr lang="en-US"/>
        </a:p>
      </dgm:t>
    </dgm:pt>
    <dgm:pt modelId="{82FFFAA4-A947-458A-9F53-78AC0D84282E}" type="sibTrans" cxnId="{CFC7C038-B3EA-4E40-96BE-423743911B63}">
      <dgm:prSet/>
      <dgm:spPr/>
      <dgm:t>
        <a:bodyPr/>
        <a:lstStyle/>
        <a:p>
          <a:endParaRPr lang="en-US"/>
        </a:p>
      </dgm:t>
    </dgm:pt>
    <dgm:pt modelId="{89D66E3E-EC77-4FBA-8D01-5993CFFA9FE9}">
      <dgm:prSet/>
      <dgm:spPr/>
      <dgm:t>
        <a:bodyPr/>
        <a:lstStyle/>
        <a:p>
          <a:r>
            <a:rPr lang="es-MX" b="0" i="0"/>
            <a:t>SAN: Alto costo.</a:t>
          </a:r>
          <a:endParaRPr lang="en-US"/>
        </a:p>
      </dgm:t>
    </dgm:pt>
    <dgm:pt modelId="{165FBAAE-47A9-4818-9270-0704A970CFFD}" type="parTrans" cxnId="{5CD79D96-EE2B-4DAC-BD29-7B74F873D3DC}">
      <dgm:prSet/>
      <dgm:spPr/>
      <dgm:t>
        <a:bodyPr/>
        <a:lstStyle/>
        <a:p>
          <a:endParaRPr lang="en-US"/>
        </a:p>
      </dgm:t>
    </dgm:pt>
    <dgm:pt modelId="{510FCB87-BB44-4F93-8143-2D16DA5F2E41}" type="sibTrans" cxnId="{5CD79D96-EE2B-4DAC-BD29-7B74F873D3DC}">
      <dgm:prSet/>
      <dgm:spPr/>
      <dgm:t>
        <a:bodyPr/>
        <a:lstStyle/>
        <a:p>
          <a:endParaRPr lang="en-US"/>
        </a:p>
      </dgm:t>
    </dgm:pt>
    <dgm:pt modelId="{7FDD50C5-726E-440A-9FE3-2C0622A2C2CB}">
      <dgm:prSet/>
      <dgm:spPr/>
      <dgm:t>
        <a:bodyPr/>
        <a:lstStyle/>
        <a:p>
          <a:r>
            <a:rPr lang="es-MX" b="0" i="0"/>
            <a:t>Nube: Pago por uso.</a:t>
          </a:r>
          <a:endParaRPr lang="en-US"/>
        </a:p>
      </dgm:t>
    </dgm:pt>
    <dgm:pt modelId="{41F35FDD-BAA7-4F21-836F-BBB61C64999B}" type="parTrans" cxnId="{C83F305D-B70A-44D1-BA01-F8220167E408}">
      <dgm:prSet/>
      <dgm:spPr/>
      <dgm:t>
        <a:bodyPr/>
        <a:lstStyle/>
        <a:p>
          <a:endParaRPr lang="en-US"/>
        </a:p>
      </dgm:t>
    </dgm:pt>
    <dgm:pt modelId="{DB735230-0EA0-4760-83B1-69B9DDE01436}" type="sibTrans" cxnId="{C83F305D-B70A-44D1-BA01-F8220167E408}">
      <dgm:prSet/>
      <dgm:spPr/>
      <dgm:t>
        <a:bodyPr/>
        <a:lstStyle/>
        <a:p>
          <a:endParaRPr lang="en-US"/>
        </a:p>
      </dgm:t>
    </dgm:pt>
    <dgm:pt modelId="{A58CDCB6-457B-4428-A4F5-F87127321EBC}">
      <dgm:prSet/>
      <dgm:spPr/>
      <dgm:t>
        <a:bodyPr/>
        <a:lstStyle/>
        <a:p>
          <a:r>
            <a:rPr lang="es-MX" b="1" i="0"/>
            <a:t>Factores que influyen en el costo:</a:t>
          </a:r>
          <a:endParaRPr lang="en-US"/>
        </a:p>
      </dgm:t>
    </dgm:pt>
    <dgm:pt modelId="{83B8455F-CCAD-49DB-8465-CBF9E95EB28C}" type="parTrans" cxnId="{11D606D6-7FA6-42CF-BBB9-76460BC3167D}">
      <dgm:prSet/>
      <dgm:spPr/>
      <dgm:t>
        <a:bodyPr/>
        <a:lstStyle/>
        <a:p>
          <a:endParaRPr lang="en-US"/>
        </a:p>
      </dgm:t>
    </dgm:pt>
    <dgm:pt modelId="{1C375BAC-A2DD-49A5-A413-3B3A682EDFF2}" type="sibTrans" cxnId="{11D606D6-7FA6-42CF-BBB9-76460BC3167D}">
      <dgm:prSet/>
      <dgm:spPr/>
      <dgm:t>
        <a:bodyPr/>
        <a:lstStyle/>
        <a:p>
          <a:endParaRPr lang="en-US"/>
        </a:p>
      </dgm:t>
    </dgm:pt>
    <dgm:pt modelId="{E403E339-D33D-4E4F-947C-8640C80EAA70}">
      <dgm:prSet/>
      <dgm:spPr/>
      <dgm:t>
        <a:bodyPr/>
        <a:lstStyle/>
        <a:p>
          <a:r>
            <a:rPr lang="es-MX" b="0" i="0"/>
            <a:t>Capacidad.</a:t>
          </a:r>
          <a:endParaRPr lang="en-US"/>
        </a:p>
      </dgm:t>
    </dgm:pt>
    <dgm:pt modelId="{3F73534E-D9FB-43F9-85A5-B4794C838E5F}" type="parTrans" cxnId="{5E34A320-EFDD-42EE-AF48-6134C70A37E6}">
      <dgm:prSet/>
      <dgm:spPr/>
      <dgm:t>
        <a:bodyPr/>
        <a:lstStyle/>
        <a:p>
          <a:endParaRPr lang="en-US"/>
        </a:p>
      </dgm:t>
    </dgm:pt>
    <dgm:pt modelId="{2A8F0EA1-D0C8-4099-B2A1-DAB8CA7AFB0C}" type="sibTrans" cxnId="{5E34A320-EFDD-42EE-AF48-6134C70A37E6}">
      <dgm:prSet/>
      <dgm:spPr/>
      <dgm:t>
        <a:bodyPr/>
        <a:lstStyle/>
        <a:p>
          <a:endParaRPr lang="en-US"/>
        </a:p>
      </dgm:t>
    </dgm:pt>
    <dgm:pt modelId="{DE5B776D-92E2-42BA-892A-8F018AB83EEB}">
      <dgm:prSet/>
      <dgm:spPr/>
      <dgm:t>
        <a:bodyPr/>
        <a:lstStyle/>
        <a:p>
          <a:r>
            <a:rPr lang="es-MX" b="0" i="0"/>
            <a:t>Rendimiento.</a:t>
          </a:r>
          <a:endParaRPr lang="en-US"/>
        </a:p>
      </dgm:t>
    </dgm:pt>
    <dgm:pt modelId="{952D5938-F914-4ABD-BA6A-F634F93725DA}" type="parTrans" cxnId="{D2147695-A49E-4108-A371-8131D16B4122}">
      <dgm:prSet/>
      <dgm:spPr/>
      <dgm:t>
        <a:bodyPr/>
        <a:lstStyle/>
        <a:p>
          <a:endParaRPr lang="en-US"/>
        </a:p>
      </dgm:t>
    </dgm:pt>
    <dgm:pt modelId="{3F5A7156-8363-4846-B0BB-2491B7F0D060}" type="sibTrans" cxnId="{D2147695-A49E-4108-A371-8131D16B4122}">
      <dgm:prSet/>
      <dgm:spPr/>
      <dgm:t>
        <a:bodyPr/>
        <a:lstStyle/>
        <a:p>
          <a:endParaRPr lang="en-US"/>
        </a:p>
      </dgm:t>
    </dgm:pt>
    <dgm:pt modelId="{302187A9-FEFF-47FE-AAF1-E9211AD9ECCA}">
      <dgm:prSet/>
      <dgm:spPr/>
      <dgm:t>
        <a:bodyPr/>
        <a:lstStyle/>
        <a:p>
          <a:r>
            <a:rPr lang="es-MX" b="0" i="0"/>
            <a:t>Seguridad.</a:t>
          </a:r>
          <a:endParaRPr lang="en-US"/>
        </a:p>
      </dgm:t>
    </dgm:pt>
    <dgm:pt modelId="{12B1F3E6-D2C7-4881-A9FD-73B8D821E348}" type="parTrans" cxnId="{56DB14B3-4EC3-422C-9EF0-6299E7E1D2C1}">
      <dgm:prSet/>
      <dgm:spPr/>
      <dgm:t>
        <a:bodyPr/>
        <a:lstStyle/>
        <a:p>
          <a:endParaRPr lang="en-US"/>
        </a:p>
      </dgm:t>
    </dgm:pt>
    <dgm:pt modelId="{5D2833CA-AC7C-4071-9FE2-3BADA9C75823}" type="sibTrans" cxnId="{56DB14B3-4EC3-422C-9EF0-6299E7E1D2C1}">
      <dgm:prSet/>
      <dgm:spPr/>
      <dgm:t>
        <a:bodyPr/>
        <a:lstStyle/>
        <a:p>
          <a:endParaRPr lang="en-US"/>
        </a:p>
      </dgm:t>
    </dgm:pt>
    <dgm:pt modelId="{AA15710B-72AA-4C3A-8FBD-077FA085761C}" type="pres">
      <dgm:prSet presAssocID="{FB9AE12E-5AF5-4001-9BBA-0047CCEB436F}" presName="linear" presStyleCnt="0">
        <dgm:presLayoutVars>
          <dgm:dir/>
          <dgm:animLvl val="lvl"/>
          <dgm:resizeHandles val="exact"/>
        </dgm:presLayoutVars>
      </dgm:prSet>
      <dgm:spPr/>
    </dgm:pt>
    <dgm:pt modelId="{AA9906E1-17E1-4A69-A014-B7268C3A68AD}" type="pres">
      <dgm:prSet presAssocID="{44795350-ADAF-4062-B011-FAD500C978D7}" presName="parentLin" presStyleCnt="0"/>
      <dgm:spPr/>
    </dgm:pt>
    <dgm:pt modelId="{F105D661-AA8A-4688-BDBD-5A82B7F9308C}" type="pres">
      <dgm:prSet presAssocID="{44795350-ADAF-4062-B011-FAD500C978D7}" presName="parentLeftMargin" presStyleLbl="node1" presStyleIdx="0" presStyleCnt="2"/>
      <dgm:spPr/>
    </dgm:pt>
    <dgm:pt modelId="{07FEC330-C1F6-4940-8BD2-CFD8D09F7397}" type="pres">
      <dgm:prSet presAssocID="{44795350-ADAF-4062-B011-FAD500C978D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C2BDC47-877C-432E-84DB-F11889313B4E}" type="pres">
      <dgm:prSet presAssocID="{44795350-ADAF-4062-B011-FAD500C978D7}" presName="negativeSpace" presStyleCnt="0"/>
      <dgm:spPr/>
    </dgm:pt>
    <dgm:pt modelId="{69DFB56F-33A1-4B67-ABDC-8BFE9BBAD16E}" type="pres">
      <dgm:prSet presAssocID="{44795350-ADAF-4062-B011-FAD500C978D7}" presName="childText" presStyleLbl="conFgAcc1" presStyleIdx="0" presStyleCnt="2">
        <dgm:presLayoutVars>
          <dgm:bulletEnabled val="1"/>
        </dgm:presLayoutVars>
      </dgm:prSet>
      <dgm:spPr/>
    </dgm:pt>
    <dgm:pt modelId="{1D880ABC-B0C3-4F7F-84DD-85C1AF72151F}" type="pres">
      <dgm:prSet presAssocID="{598DB93C-017B-4043-B902-7601438345A3}" presName="spaceBetweenRectangles" presStyleCnt="0"/>
      <dgm:spPr/>
    </dgm:pt>
    <dgm:pt modelId="{F93AD687-B4CE-4F28-81CD-43179133398C}" type="pres">
      <dgm:prSet presAssocID="{A58CDCB6-457B-4428-A4F5-F87127321EBC}" presName="parentLin" presStyleCnt="0"/>
      <dgm:spPr/>
    </dgm:pt>
    <dgm:pt modelId="{EEA289F2-9789-4AF0-90AB-06BFA5AF3322}" type="pres">
      <dgm:prSet presAssocID="{A58CDCB6-457B-4428-A4F5-F87127321EBC}" presName="parentLeftMargin" presStyleLbl="node1" presStyleIdx="0" presStyleCnt="2"/>
      <dgm:spPr/>
    </dgm:pt>
    <dgm:pt modelId="{24603737-9DF1-46A8-94EA-5AF936001A0C}" type="pres">
      <dgm:prSet presAssocID="{A58CDCB6-457B-4428-A4F5-F87127321EB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7DDD8BF-C452-4345-821A-73FAA4CC4706}" type="pres">
      <dgm:prSet presAssocID="{A58CDCB6-457B-4428-A4F5-F87127321EBC}" presName="negativeSpace" presStyleCnt="0"/>
      <dgm:spPr/>
    </dgm:pt>
    <dgm:pt modelId="{F1BD5FA0-A1E2-49AD-A480-46A2B57A99B5}" type="pres">
      <dgm:prSet presAssocID="{A58CDCB6-457B-4428-A4F5-F87127321EB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8E50603-B70B-4FDB-B434-5E12B0A9227E}" type="presOf" srcId="{DE5B776D-92E2-42BA-892A-8F018AB83EEB}" destId="{F1BD5FA0-A1E2-49AD-A480-46A2B57A99B5}" srcOrd="0" destOrd="1" presId="urn:microsoft.com/office/officeart/2005/8/layout/list1"/>
    <dgm:cxn modelId="{8F101613-0910-4491-8C17-D1A7DD97E319}" type="presOf" srcId="{7BD24353-E246-45CC-B0BD-78C6A7903D7B}" destId="{69DFB56F-33A1-4B67-ABDC-8BFE9BBAD16E}" srcOrd="0" destOrd="1" presId="urn:microsoft.com/office/officeart/2005/8/layout/list1"/>
    <dgm:cxn modelId="{5E34A320-EFDD-42EE-AF48-6134C70A37E6}" srcId="{A58CDCB6-457B-4428-A4F5-F87127321EBC}" destId="{E403E339-D33D-4E4F-947C-8640C80EAA70}" srcOrd="0" destOrd="0" parTransId="{3F73534E-D9FB-43F9-85A5-B4794C838E5F}" sibTransId="{2A8F0EA1-D0C8-4099-B2A1-DAB8CA7AFB0C}"/>
    <dgm:cxn modelId="{9C3AED29-F35D-4AD9-8609-FA31CE8AB5A2}" type="presOf" srcId="{A0724FC5-FDF2-4C06-8E84-472F6585A6C0}" destId="{69DFB56F-33A1-4B67-ABDC-8BFE9BBAD16E}" srcOrd="0" destOrd="0" presId="urn:microsoft.com/office/officeart/2005/8/layout/list1"/>
    <dgm:cxn modelId="{541D972E-B17B-411D-9B40-8ADD36814610}" type="presOf" srcId="{A58CDCB6-457B-4428-A4F5-F87127321EBC}" destId="{EEA289F2-9789-4AF0-90AB-06BFA5AF3322}" srcOrd="0" destOrd="0" presId="urn:microsoft.com/office/officeart/2005/8/layout/list1"/>
    <dgm:cxn modelId="{CFC7C038-B3EA-4E40-96BE-423743911B63}" srcId="{44795350-ADAF-4062-B011-FAD500C978D7}" destId="{7BD24353-E246-45CC-B0BD-78C6A7903D7B}" srcOrd="1" destOrd="0" parTransId="{9F7D1F20-CEC2-41A9-AEF6-4570DA59D0FE}" sibTransId="{82FFFAA4-A947-458A-9F53-78AC0D84282E}"/>
    <dgm:cxn modelId="{C83F305D-B70A-44D1-BA01-F8220167E408}" srcId="{44795350-ADAF-4062-B011-FAD500C978D7}" destId="{7FDD50C5-726E-440A-9FE3-2C0622A2C2CB}" srcOrd="3" destOrd="0" parTransId="{41F35FDD-BAA7-4F21-836F-BBB61C64999B}" sibTransId="{DB735230-0EA0-4760-83B1-69B9DDE01436}"/>
    <dgm:cxn modelId="{7F5C1754-ED94-42F2-8203-F69668760E67}" type="presOf" srcId="{89D66E3E-EC77-4FBA-8D01-5993CFFA9FE9}" destId="{69DFB56F-33A1-4B67-ABDC-8BFE9BBAD16E}" srcOrd="0" destOrd="2" presId="urn:microsoft.com/office/officeart/2005/8/layout/list1"/>
    <dgm:cxn modelId="{953FA676-5F46-4B4A-AD56-C7F485D7571F}" type="presOf" srcId="{E403E339-D33D-4E4F-947C-8640C80EAA70}" destId="{F1BD5FA0-A1E2-49AD-A480-46A2B57A99B5}" srcOrd="0" destOrd="0" presId="urn:microsoft.com/office/officeart/2005/8/layout/list1"/>
    <dgm:cxn modelId="{351B1C8A-5346-461C-BDCD-BCDC1D62D9B3}" srcId="{44795350-ADAF-4062-B011-FAD500C978D7}" destId="{A0724FC5-FDF2-4C06-8E84-472F6585A6C0}" srcOrd="0" destOrd="0" parTransId="{919440E5-FE00-4CC3-BA2A-6331BC3B2B7F}" sibTransId="{E2736B5F-81FF-487B-B46F-4040CD53382B}"/>
    <dgm:cxn modelId="{D2147695-A49E-4108-A371-8131D16B4122}" srcId="{A58CDCB6-457B-4428-A4F5-F87127321EBC}" destId="{DE5B776D-92E2-42BA-892A-8F018AB83EEB}" srcOrd="1" destOrd="0" parTransId="{952D5938-F914-4ABD-BA6A-F634F93725DA}" sibTransId="{3F5A7156-8363-4846-B0BB-2491B7F0D060}"/>
    <dgm:cxn modelId="{5CD79D96-EE2B-4DAC-BD29-7B74F873D3DC}" srcId="{44795350-ADAF-4062-B011-FAD500C978D7}" destId="{89D66E3E-EC77-4FBA-8D01-5993CFFA9FE9}" srcOrd="2" destOrd="0" parTransId="{165FBAAE-47A9-4818-9270-0704A970CFFD}" sibTransId="{510FCB87-BB44-4F93-8143-2D16DA5F2E41}"/>
    <dgm:cxn modelId="{1E34739E-E269-4B02-97C8-5E848AF64D9A}" srcId="{FB9AE12E-5AF5-4001-9BBA-0047CCEB436F}" destId="{44795350-ADAF-4062-B011-FAD500C978D7}" srcOrd="0" destOrd="0" parTransId="{D4DB232F-624E-46EE-9ADD-4907930010B8}" sibTransId="{598DB93C-017B-4043-B902-7601438345A3}"/>
    <dgm:cxn modelId="{91D8C6B1-8977-43B5-9FA0-3A09C64DEC08}" type="presOf" srcId="{44795350-ADAF-4062-B011-FAD500C978D7}" destId="{F105D661-AA8A-4688-BDBD-5A82B7F9308C}" srcOrd="0" destOrd="0" presId="urn:microsoft.com/office/officeart/2005/8/layout/list1"/>
    <dgm:cxn modelId="{56DB14B3-4EC3-422C-9EF0-6299E7E1D2C1}" srcId="{A58CDCB6-457B-4428-A4F5-F87127321EBC}" destId="{302187A9-FEFF-47FE-AAF1-E9211AD9ECCA}" srcOrd="2" destOrd="0" parTransId="{12B1F3E6-D2C7-4881-A9FD-73B8D821E348}" sibTransId="{5D2833CA-AC7C-4071-9FE2-3BADA9C75823}"/>
    <dgm:cxn modelId="{11D606D6-7FA6-42CF-BBB9-76460BC3167D}" srcId="{FB9AE12E-5AF5-4001-9BBA-0047CCEB436F}" destId="{A58CDCB6-457B-4428-A4F5-F87127321EBC}" srcOrd="1" destOrd="0" parTransId="{83B8455F-CCAD-49DB-8465-CBF9E95EB28C}" sibTransId="{1C375BAC-A2DD-49A5-A413-3B3A682EDFF2}"/>
    <dgm:cxn modelId="{66320BDA-D1E5-47E6-A9C0-FDD3CEB460EC}" type="presOf" srcId="{302187A9-FEFF-47FE-AAF1-E9211AD9ECCA}" destId="{F1BD5FA0-A1E2-49AD-A480-46A2B57A99B5}" srcOrd="0" destOrd="2" presId="urn:microsoft.com/office/officeart/2005/8/layout/list1"/>
    <dgm:cxn modelId="{50563EEE-77DA-4FE7-ABFF-683637CB44F2}" type="presOf" srcId="{44795350-ADAF-4062-B011-FAD500C978D7}" destId="{07FEC330-C1F6-4940-8BD2-CFD8D09F7397}" srcOrd="1" destOrd="0" presId="urn:microsoft.com/office/officeart/2005/8/layout/list1"/>
    <dgm:cxn modelId="{5CAD25F9-BAE5-4FAA-8E38-AEC8EF65D0F7}" type="presOf" srcId="{A58CDCB6-457B-4428-A4F5-F87127321EBC}" destId="{24603737-9DF1-46A8-94EA-5AF936001A0C}" srcOrd="1" destOrd="0" presId="urn:microsoft.com/office/officeart/2005/8/layout/list1"/>
    <dgm:cxn modelId="{376ACBF9-9AFD-408D-A663-F7BA821356F7}" type="presOf" srcId="{FB9AE12E-5AF5-4001-9BBA-0047CCEB436F}" destId="{AA15710B-72AA-4C3A-8FBD-077FA085761C}" srcOrd="0" destOrd="0" presId="urn:microsoft.com/office/officeart/2005/8/layout/list1"/>
    <dgm:cxn modelId="{B28490FB-82BC-4E4C-9533-B97375FF57E9}" type="presOf" srcId="{7FDD50C5-726E-440A-9FE3-2C0622A2C2CB}" destId="{69DFB56F-33A1-4B67-ABDC-8BFE9BBAD16E}" srcOrd="0" destOrd="3" presId="urn:microsoft.com/office/officeart/2005/8/layout/list1"/>
    <dgm:cxn modelId="{42EBE1D5-D330-47AF-BE73-63F2A04B8EB3}" type="presParOf" srcId="{AA15710B-72AA-4C3A-8FBD-077FA085761C}" destId="{AA9906E1-17E1-4A69-A014-B7268C3A68AD}" srcOrd="0" destOrd="0" presId="urn:microsoft.com/office/officeart/2005/8/layout/list1"/>
    <dgm:cxn modelId="{61CBE05A-F30A-46EF-ACF2-7DB84CA396F5}" type="presParOf" srcId="{AA9906E1-17E1-4A69-A014-B7268C3A68AD}" destId="{F105D661-AA8A-4688-BDBD-5A82B7F9308C}" srcOrd="0" destOrd="0" presId="urn:microsoft.com/office/officeart/2005/8/layout/list1"/>
    <dgm:cxn modelId="{6E2E8E9B-64F2-42F8-90FA-894C5BFD48CE}" type="presParOf" srcId="{AA9906E1-17E1-4A69-A014-B7268C3A68AD}" destId="{07FEC330-C1F6-4940-8BD2-CFD8D09F7397}" srcOrd="1" destOrd="0" presId="urn:microsoft.com/office/officeart/2005/8/layout/list1"/>
    <dgm:cxn modelId="{2D3863F1-2E62-4D25-A0CF-94D0BA075DD5}" type="presParOf" srcId="{AA15710B-72AA-4C3A-8FBD-077FA085761C}" destId="{FC2BDC47-877C-432E-84DB-F11889313B4E}" srcOrd="1" destOrd="0" presId="urn:microsoft.com/office/officeart/2005/8/layout/list1"/>
    <dgm:cxn modelId="{B58B53C4-D8D9-4666-8AB7-84658B671681}" type="presParOf" srcId="{AA15710B-72AA-4C3A-8FBD-077FA085761C}" destId="{69DFB56F-33A1-4B67-ABDC-8BFE9BBAD16E}" srcOrd="2" destOrd="0" presId="urn:microsoft.com/office/officeart/2005/8/layout/list1"/>
    <dgm:cxn modelId="{AA607BE0-E0E0-4FFE-8C36-D5CCFAA60276}" type="presParOf" srcId="{AA15710B-72AA-4C3A-8FBD-077FA085761C}" destId="{1D880ABC-B0C3-4F7F-84DD-85C1AF72151F}" srcOrd="3" destOrd="0" presId="urn:microsoft.com/office/officeart/2005/8/layout/list1"/>
    <dgm:cxn modelId="{59442C21-EEE5-4D44-B7A0-93D1983E74D6}" type="presParOf" srcId="{AA15710B-72AA-4C3A-8FBD-077FA085761C}" destId="{F93AD687-B4CE-4F28-81CD-43179133398C}" srcOrd="4" destOrd="0" presId="urn:microsoft.com/office/officeart/2005/8/layout/list1"/>
    <dgm:cxn modelId="{13FB6EB1-CAED-4B1C-9735-752DE769955C}" type="presParOf" srcId="{F93AD687-B4CE-4F28-81CD-43179133398C}" destId="{EEA289F2-9789-4AF0-90AB-06BFA5AF3322}" srcOrd="0" destOrd="0" presId="urn:microsoft.com/office/officeart/2005/8/layout/list1"/>
    <dgm:cxn modelId="{F58DC1E4-EEDC-47F6-B7C8-6DEBE0F42A76}" type="presParOf" srcId="{F93AD687-B4CE-4F28-81CD-43179133398C}" destId="{24603737-9DF1-46A8-94EA-5AF936001A0C}" srcOrd="1" destOrd="0" presId="urn:microsoft.com/office/officeart/2005/8/layout/list1"/>
    <dgm:cxn modelId="{15D73EA0-9688-43AF-8348-484C32A8E0CF}" type="presParOf" srcId="{AA15710B-72AA-4C3A-8FBD-077FA085761C}" destId="{C7DDD8BF-C452-4345-821A-73FAA4CC4706}" srcOrd="5" destOrd="0" presId="urn:microsoft.com/office/officeart/2005/8/layout/list1"/>
    <dgm:cxn modelId="{F3B0DB24-57F0-4ACF-BD47-F78735C032F2}" type="presParOf" srcId="{AA15710B-72AA-4C3A-8FBD-077FA085761C}" destId="{F1BD5FA0-A1E2-49AD-A480-46A2B57A99B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AB595F-30C3-44F4-A54A-D3339F550F8A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D513CE6-9B18-49CB-BDAB-D6B16C32D4FE}">
      <dgm:prSet/>
      <dgm:spPr/>
      <dgm:t>
        <a:bodyPr/>
        <a:lstStyle/>
        <a:p>
          <a:r>
            <a:rPr lang="es-MX" b="1" i="0"/>
            <a:t>Pasos:</a:t>
          </a:r>
          <a:endParaRPr lang="en-US"/>
        </a:p>
      </dgm:t>
    </dgm:pt>
    <dgm:pt modelId="{80ED98F4-4CDB-4990-9804-F5A7E17855AC}" type="parTrans" cxnId="{F54690A9-5FCA-4210-8A8D-477DDEB030D3}">
      <dgm:prSet/>
      <dgm:spPr/>
      <dgm:t>
        <a:bodyPr/>
        <a:lstStyle/>
        <a:p>
          <a:endParaRPr lang="en-US"/>
        </a:p>
      </dgm:t>
    </dgm:pt>
    <dgm:pt modelId="{05E8CF04-548C-4F03-AA33-F50699FD3460}" type="sibTrans" cxnId="{F54690A9-5FCA-4210-8A8D-477DDEB030D3}">
      <dgm:prSet/>
      <dgm:spPr/>
      <dgm:t>
        <a:bodyPr/>
        <a:lstStyle/>
        <a:p>
          <a:endParaRPr lang="en-US"/>
        </a:p>
      </dgm:t>
    </dgm:pt>
    <dgm:pt modelId="{A53F2A93-304D-42B4-90BC-A319522BB10D}">
      <dgm:prSet/>
      <dgm:spPr/>
      <dgm:t>
        <a:bodyPr/>
        <a:lstStyle/>
        <a:p>
          <a:r>
            <a:rPr lang="es-MX" b="0" i="0"/>
            <a:t>Evaluar necesidades.</a:t>
          </a:r>
          <a:endParaRPr lang="en-US"/>
        </a:p>
      </dgm:t>
    </dgm:pt>
    <dgm:pt modelId="{7040D5E4-4F89-482C-9E82-9052A911C361}" type="parTrans" cxnId="{8ECD5BCF-F2AD-4D58-A698-52A1BD9EB089}">
      <dgm:prSet/>
      <dgm:spPr/>
      <dgm:t>
        <a:bodyPr/>
        <a:lstStyle/>
        <a:p>
          <a:endParaRPr lang="en-US"/>
        </a:p>
      </dgm:t>
    </dgm:pt>
    <dgm:pt modelId="{F9833761-014C-4DD7-A4E5-B360BC4DD6FB}" type="sibTrans" cxnId="{8ECD5BCF-F2AD-4D58-A698-52A1BD9EB089}">
      <dgm:prSet/>
      <dgm:spPr/>
      <dgm:t>
        <a:bodyPr/>
        <a:lstStyle/>
        <a:p>
          <a:endParaRPr lang="en-US"/>
        </a:p>
      </dgm:t>
    </dgm:pt>
    <dgm:pt modelId="{C3620917-296F-45F0-9FBF-0EFAC46157F8}">
      <dgm:prSet/>
      <dgm:spPr/>
      <dgm:t>
        <a:bodyPr/>
        <a:lstStyle/>
        <a:p>
          <a:r>
            <a:rPr lang="es-MX" b="0" i="0"/>
            <a:t>Elegir la solución adecuada.</a:t>
          </a:r>
          <a:endParaRPr lang="en-US"/>
        </a:p>
      </dgm:t>
    </dgm:pt>
    <dgm:pt modelId="{AF4358BF-745F-4801-BF62-8D7794EEF207}" type="parTrans" cxnId="{B8D9B44A-7921-4AA2-BF71-B4E96ED1DDA4}">
      <dgm:prSet/>
      <dgm:spPr/>
      <dgm:t>
        <a:bodyPr/>
        <a:lstStyle/>
        <a:p>
          <a:endParaRPr lang="en-US"/>
        </a:p>
      </dgm:t>
    </dgm:pt>
    <dgm:pt modelId="{54B6DADE-DB9D-4F05-B743-B631CD4C87E1}" type="sibTrans" cxnId="{B8D9B44A-7921-4AA2-BF71-B4E96ED1DDA4}">
      <dgm:prSet/>
      <dgm:spPr/>
      <dgm:t>
        <a:bodyPr/>
        <a:lstStyle/>
        <a:p>
          <a:endParaRPr lang="en-US"/>
        </a:p>
      </dgm:t>
    </dgm:pt>
    <dgm:pt modelId="{20194CA4-B555-4540-B473-4A9015C3A8FB}">
      <dgm:prSet/>
      <dgm:spPr/>
      <dgm:t>
        <a:bodyPr/>
        <a:lstStyle/>
        <a:p>
          <a:r>
            <a:rPr lang="es-MX" b="0" i="0"/>
            <a:t>Configurar hardware y software.</a:t>
          </a:r>
          <a:endParaRPr lang="en-US"/>
        </a:p>
      </dgm:t>
    </dgm:pt>
    <dgm:pt modelId="{510CFDF1-C5F1-4F43-9EB9-042B3950043F}" type="parTrans" cxnId="{42C73E5F-4858-489E-8FBD-34759366EE51}">
      <dgm:prSet/>
      <dgm:spPr/>
      <dgm:t>
        <a:bodyPr/>
        <a:lstStyle/>
        <a:p>
          <a:endParaRPr lang="en-US"/>
        </a:p>
      </dgm:t>
    </dgm:pt>
    <dgm:pt modelId="{D7D4064A-BD41-4902-807A-2437D0CE893B}" type="sibTrans" cxnId="{42C73E5F-4858-489E-8FBD-34759366EE51}">
      <dgm:prSet/>
      <dgm:spPr/>
      <dgm:t>
        <a:bodyPr/>
        <a:lstStyle/>
        <a:p>
          <a:endParaRPr lang="en-US"/>
        </a:p>
      </dgm:t>
    </dgm:pt>
    <dgm:pt modelId="{D9AE003D-F298-4823-9151-E89C05173703}">
      <dgm:prSet/>
      <dgm:spPr/>
      <dgm:t>
        <a:bodyPr/>
        <a:lstStyle/>
        <a:p>
          <a:r>
            <a:rPr lang="es-MX" b="1" i="0"/>
            <a:t>Consideraciones clave:</a:t>
          </a:r>
          <a:endParaRPr lang="en-US"/>
        </a:p>
      </dgm:t>
    </dgm:pt>
    <dgm:pt modelId="{DCFED852-49DE-40A8-BFC5-43CD2D0EA420}" type="parTrans" cxnId="{71BD6367-A87E-4E58-B2B2-E77F0BECFA3A}">
      <dgm:prSet/>
      <dgm:spPr/>
      <dgm:t>
        <a:bodyPr/>
        <a:lstStyle/>
        <a:p>
          <a:endParaRPr lang="en-US"/>
        </a:p>
      </dgm:t>
    </dgm:pt>
    <dgm:pt modelId="{30D1E2B6-9604-4142-BD9D-1A1F2BC867D6}" type="sibTrans" cxnId="{71BD6367-A87E-4E58-B2B2-E77F0BECFA3A}">
      <dgm:prSet/>
      <dgm:spPr/>
      <dgm:t>
        <a:bodyPr/>
        <a:lstStyle/>
        <a:p>
          <a:endParaRPr lang="en-US"/>
        </a:p>
      </dgm:t>
    </dgm:pt>
    <dgm:pt modelId="{2B44853A-C705-48E8-87F8-8B7FD0100A9B}">
      <dgm:prSet/>
      <dgm:spPr/>
      <dgm:t>
        <a:bodyPr/>
        <a:lstStyle/>
        <a:p>
          <a:r>
            <a:rPr lang="es-MX" b="0" i="0"/>
            <a:t>Rendimiento.</a:t>
          </a:r>
          <a:endParaRPr lang="en-US"/>
        </a:p>
      </dgm:t>
    </dgm:pt>
    <dgm:pt modelId="{1D5ADCB2-2AF3-437D-B3FA-B87DE113758F}" type="parTrans" cxnId="{A6DC6229-E4DD-4027-AA59-1148FC6185E0}">
      <dgm:prSet/>
      <dgm:spPr/>
      <dgm:t>
        <a:bodyPr/>
        <a:lstStyle/>
        <a:p>
          <a:endParaRPr lang="en-US"/>
        </a:p>
      </dgm:t>
    </dgm:pt>
    <dgm:pt modelId="{EE861BCE-E159-4940-AB86-01267E5210DF}" type="sibTrans" cxnId="{A6DC6229-E4DD-4027-AA59-1148FC6185E0}">
      <dgm:prSet/>
      <dgm:spPr/>
      <dgm:t>
        <a:bodyPr/>
        <a:lstStyle/>
        <a:p>
          <a:endParaRPr lang="en-US"/>
        </a:p>
      </dgm:t>
    </dgm:pt>
    <dgm:pt modelId="{A5D396AC-7393-4053-81B4-80E07115C3D1}">
      <dgm:prSet/>
      <dgm:spPr/>
      <dgm:t>
        <a:bodyPr/>
        <a:lstStyle/>
        <a:p>
          <a:r>
            <a:rPr lang="es-MX" b="0" i="0"/>
            <a:t>Escalabilidad.</a:t>
          </a:r>
          <a:endParaRPr lang="en-US"/>
        </a:p>
      </dgm:t>
    </dgm:pt>
    <dgm:pt modelId="{A6F8821E-5962-40D9-ABED-C429E6B04DEF}" type="parTrans" cxnId="{B2D09834-72CF-4716-B4BE-B8E4CACD9109}">
      <dgm:prSet/>
      <dgm:spPr/>
      <dgm:t>
        <a:bodyPr/>
        <a:lstStyle/>
        <a:p>
          <a:endParaRPr lang="en-US"/>
        </a:p>
      </dgm:t>
    </dgm:pt>
    <dgm:pt modelId="{554008BC-059F-4BBE-87C0-8C7D3008230B}" type="sibTrans" cxnId="{B2D09834-72CF-4716-B4BE-B8E4CACD9109}">
      <dgm:prSet/>
      <dgm:spPr/>
      <dgm:t>
        <a:bodyPr/>
        <a:lstStyle/>
        <a:p>
          <a:endParaRPr lang="en-US"/>
        </a:p>
      </dgm:t>
    </dgm:pt>
    <dgm:pt modelId="{EB5218DD-A905-471C-999A-4D38767BCC4C}">
      <dgm:prSet/>
      <dgm:spPr/>
      <dgm:t>
        <a:bodyPr/>
        <a:lstStyle/>
        <a:p>
          <a:r>
            <a:rPr lang="es-MX" b="0" i="0"/>
            <a:t>Seguridad.</a:t>
          </a:r>
          <a:endParaRPr lang="en-US"/>
        </a:p>
      </dgm:t>
    </dgm:pt>
    <dgm:pt modelId="{970EBAE3-81BB-4D76-937A-5FDDAF25EE89}" type="parTrans" cxnId="{22E1A3F3-5193-4D55-B383-86221511A4AA}">
      <dgm:prSet/>
      <dgm:spPr/>
      <dgm:t>
        <a:bodyPr/>
        <a:lstStyle/>
        <a:p>
          <a:endParaRPr lang="en-US"/>
        </a:p>
      </dgm:t>
    </dgm:pt>
    <dgm:pt modelId="{08C5237B-36F7-4FA4-9D81-4BF8431A2E6E}" type="sibTrans" cxnId="{22E1A3F3-5193-4D55-B383-86221511A4AA}">
      <dgm:prSet/>
      <dgm:spPr/>
      <dgm:t>
        <a:bodyPr/>
        <a:lstStyle/>
        <a:p>
          <a:endParaRPr lang="en-US"/>
        </a:p>
      </dgm:t>
    </dgm:pt>
    <dgm:pt modelId="{34CA7AE6-D320-4A71-A352-C83EEA1FA5EC}" type="pres">
      <dgm:prSet presAssocID="{11AB595F-30C3-44F4-A54A-D3339F550F8A}" presName="Name0" presStyleCnt="0">
        <dgm:presLayoutVars>
          <dgm:dir/>
          <dgm:animLvl val="lvl"/>
          <dgm:resizeHandles val="exact"/>
        </dgm:presLayoutVars>
      </dgm:prSet>
      <dgm:spPr/>
    </dgm:pt>
    <dgm:pt modelId="{1D28D4D5-DF93-4458-89D8-F598A76EE82A}" type="pres">
      <dgm:prSet presAssocID="{8D513CE6-9B18-49CB-BDAB-D6B16C32D4FE}" presName="linNode" presStyleCnt="0"/>
      <dgm:spPr/>
    </dgm:pt>
    <dgm:pt modelId="{54993F08-9457-4829-8F4A-48C35F392DDA}" type="pres">
      <dgm:prSet presAssocID="{8D513CE6-9B18-49CB-BDAB-D6B16C32D4F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945905A-71B4-4964-BE5D-A96D81933965}" type="pres">
      <dgm:prSet presAssocID="{8D513CE6-9B18-49CB-BDAB-D6B16C32D4FE}" presName="descendantText" presStyleLbl="alignAccFollowNode1" presStyleIdx="0" presStyleCnt="2">
        <dgm:presLayoutVars>
          <dgm:bulletEnabled val="1"/>
        </dgm:presLayoutVars>
      </dgm:prSet>
      <dgm:spPr/>
    </dgm:pt>
    <dgm:pt modelId="{E6635C73-EE24-4BCC-9D36-6256690FC408}" type="pres">
      <dgm:prSet presAssocID="{05E8CF04-548C-4F03-AA33-F50699FD3460}" presName="sp" presStyleCnt="0"/>
      <dgm:spPr/>
    </dgm:pt>
    <dgm:pt modelId="{A88FF912-8681-4C9B-813A-BB6497C9F006}" type="pres">
      <dgm:prSet presAssocID="{D9AE003D-F298-4823-9151-E89C05173703}" presName="linNode" presStyleCnt="0"/>
      <dgm:spPr/>
    </dgm:pt>
    <dgm:pt modelId="{ABF6B02A-9F79-4C63-A968-EFDD5EA0E5E8}" type="pres">
      <dgm:prSet presAssocID="{D9AE003D-F298-4823-9151-E89C0517370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154CAB0-FDE2-446D-8527-6CD064329AE8}" type="pres">
      <dgm:prSet presAssocID="{D9AE003D-F298-4823-9151-E89C0517370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44495B04-9FAF-4E07-8487-C6E58EB3B5F7}" type="presOf" srcId="{A5D396AC-7393-4053-81B4-80E07115C3D1}" destId="{8154CAB0-FDE2-446D-8527-6CD064329AE8}" srcOrd="0" destOrd="1" presId="urn:microsoft.com/office/officeart/2005/8/layout/vList5"/>
    <dgm:cxn modelId="{BD89FC05-E3DC-49D2-B5F1-88660B595186}" type="presOf" srcId="{20194CA4-B555-4540-B473-4A9015C3A8FB}" destId="{2945905A-71B4-4964-BE5D-A96D81933965}" srcOrd="0" destOrd="2" presId="urn:microsoft.com/office/officeart/2005/8/layout/vList5"/>
    <dgm:cxn modelId="{55646128-8AA8-4820-A78D-0CF623EE9906}" type="presOf" srcId="{C3620917-296F-45F0-9FBF-0EFAC46157F8}" destId="{2945905A-71B4-4964-BE5D-A96D81933965}" srcOrd="0" destOrd="1" presId="urn:microsoft.com/office/officeart/2005/8/layout/vList5"/>
    <dgm:cxn modelId="{A6DC6229-E4DD-4027-AA59-1148FC6185E0}" srcId="{D9AE003D-F298-4823-9151-E89C05173703}" destId="{2B44853A-C705-48E8-87F8-8B7FD0100A9B}" srcOrd="0" destOrd="0" parTransId="{1D5ADCB2-2AF3-437D-B3FA-B87DE113758F}" sibTransId="{EE861BCE-E159-4940-AB86-01267E5210DF}"/>
    <dgm:cxn modelId="{573E0F2F-DDA2-4DFA-80AB-89CF8D73BEF3}" type="presOf" srcId="{2B44853A-C705-48E8-87F8-8B7FD0100A9B}" destId="{8154CAB0-FDE2-446D-8527-6CD064329AE8}" srcOrd="0" destOrd="0" presId="urn:microsoft.com/office/officeart/2005/8/layout/vList5"/>
    <dgm:cxn modelId="{B2D09834-72CF-4716-B4BE-B8E4CACD9109}" srcId="{D9AE003D-F298-4823-9151-E89C05173703}" destId="{A5D396AC-7393-4053-81B4-80E07115C3D1}" srcOrd="1" destOrd="0" parTransId="{A6F8821E-5962-40D9-ABED-C429E6B04DEF}" sibTransId="{554008BC-059F-4BBE-87C0-8C7D3008230B}"/>
    <dgm:cxn modelId="{8217B45B-5AF8-4F56-8DC8-664189C4536E}" type="presOf" srcId="{11AB595F-30C3-44F4-A54A-D3339F550F8A}" destId="{34CA7AE6-D320-4A71-A352-C83EEA1FA5EC}" srcOrd="0" destOrd="0" presId="urn:microsoft.com/office/officeart/2005/8/layout/vList5"/>
    <dgm:cxn modelId="{42C73E5F-4858-489E-8FBD-34759366EE51}" srcId="{8D513CE6-9B18-49CB-BDAB-D6B16C32D4FE}" destId="{20194CA4-B555-4540-B473-4A9015C3A8FB}" srcOrd="2" destOrd="0" parTransId="{510CFDF1-C5F1-4F43-9EB9-042B3950043F}" sibTransId="{D7D4064A-BD41-4902-807A-2437D0CE893B}"/>
    <dgm:cxn modelId="{71BD6367-A87E-4E58-B2B2-E77F0BECFA3A}" srcId="{11AB595F-30C3-44F4-A54A-D3339F550F8A}" destId="{D9AE003D-F298-4823-9151-E89C05173703}" srcOrd="1" destOrd="0" parTransId="{DCFED852-49DE-40A8-BFC5-43CD2D0EA420}" sibTransId="{30D1E2B6-9604-4142-BD9D-1A1F2BC867D6}"/>
    <dgm:cxn modelId="{B8D9B44A-7921-4AA2-BF71-B4E96ED1DDA4}" srcId="{8D513CE6-9B18-49CB-BDAB-D6B16C32D4FE}" destId="{C3620917-296F-45F0-9FBF-0EFAC46157F8}" srcOrd="1" destOrd="0" parTransId="{AF4358BF-745F-4801-BF62-8D7794EEF207}" sibTransId="{54B6DADE-DB9D-4F05-B743-B631CD4C87E1}"/>
    <dgm:cxn modelId="{5424B46C-C805-4A56-8569-1E924F3C5625}" type="presOf" srcId="{A53F2A93-304D-42B4-90BC-A319522BB10D}" destId="{2945905A-71B4-4964-BE5D-A96D81933965}" srcOrd="0" destOrd="0" presId="urn:microsoft.com/office/officeart/2005/8/layout/vList5"/>
    <dgm:cxn modelId="{A1438D53-04D0-4275-8631-4E82448E394F}" type="presOf" srcId="{EB5218DD-A905-471C-999A-4D38767BCC4C}" destId="{8154CAB0-FDE2-446D-8527-6CD064329AE8}" srcOrd="0" destOrd="2" presId="urn:microsoft.com/office/officeart/2005/8/layout/vList5"/>
    <dgm:cxn modelId="{ED951FA1-7916-4F59-8042-52F3D4FEDE91}" type="presOf" srcId="{D9AE003D-F298-4823-9151-E89C05173703}" destId="{ABF6B02A-9F79-4C63-A968-EFDD5EA0E5E8}" srcOrd="0" destOrd="0" presId="urn:microsoft.com/office/officeart/2005/8/layout/vList5"/>
    <dgm:cxn modelId="{F54690A9-5FCA-4210-8A8D-477DDEB030D3}" srcId="{11AB595F-30C3-44F4-A54A-D3339F550F8A}" destId="{8D513CE6-9B18-49CB-BDAB-D6B16C32D4FE}" srcOrd="0" destOrd="0" parTransId="{80ED98F4-4CDB-4990-9804-F5A7E17855AC}" sibTransId="{05E8CF04-548C-4F03-AA33-F50699FD3460}"/>
    <dgm:cxn modelId="{8ECD5BCF-F2AD-4D58-A698-52A1BD9EB089}" srcId="{8D513CE6-9B18-49CB-BDAB-D6B16C32D4FE}" destId="{A53F2A93-304D-42B4-90BC-A319522BB10D}" srcOrd="0" destOrd="0" parTransId="{7040D5E4-4F89-482C-9E82-9052A911C361}" sibTransId="{F9833761-014C-4DD7-A4E5-B360BC4DD6FB}"/>
    <dgm:cxn modelId="{22E1A3F3-5193-4D55-B383-86221511A4AA}" srcId="{D9AE003D-F298-4823-9151-E89C05173703}" destId="{EB5218DD-A905-471C-999A-4D38767BCC4C}" srcOrd="2" destOrd="0" parTransId="{970EBAE3-81BB-4D76-937A-5FDDAF25EE89}" sibTransId="{08C5237B-36F7-4FA4-9D81-4BF8431A2E6E}"/>
    <dgm:cxn modelId="{D5DD6AF8-5026-4AF5-B31C-F69F8DA54615}" type="presOf" srcId="{8D513CE6-9B18-49CB-BDAB-D6B16C32D4FE}" destId="{54993F08-9457-4829-8F4A-48C35F392DDA}" srcOrd="0" destOrd="0" presId="urn:microsoft.com/office/officeart/2005/8/layout/vList5"/>
    <dgm:cxn modelId="{2242F07D-D6A5-4EDE-B452-3B7DE0B1BA99}" type="presParOf" srcId="{34CA7AE6-D320-4A71-A352-C83EEA1FA5EC}" destId="{1D28D4D5-DF93-4458-89D8-F598A76EE82A}" srcOrd="0" destOrd="0" presId="urn:microsoft.com/office/officeart/2005/8/layout/vList5"/>
    <dgm:cxn modelId="{A77B01F5-B24F-41B3-8A69-93C2DA314A62}" type="presParOf" srcId="{1D28D4D5-DF93-4458-89D8-F598A76EE82A}" destId="{54993F08-9457-4829-8F4A-48C35F392DDA}" srcOrd="0" destOrd="0" presId="urn:microsoft.com/office/officeart/2005/8/layout/vList5"/>
    <dgm:cxn modelId="{B186E394-99DD-4EA0-BC84-ABE92D8E8BE5}" type="presParOf" srcId="{1D28D4D5-DF93-4458-89D8-F598A76EE82A}" destId="{2945905A-71B4-4964-BE5D-A96D81933965}" srcOrd="1" destOrd="0" presId="urn:microsoft.com/office/officeart/2005/8/layout/vList5"/>
    <dgm:cxn modelId="{9BB76916-DBF7-4D68-AAFB-F74E6461B2DB}" type="presParOf" srcId="{34CA7AE6-D320-4A71-A352-C83EEA1FA5EC}" destId="{E6635C73-EE24-4BCC-9D36-6256690FC408}" srcOrd="1" destOrd="0" presId="urn:microsoft.com/office/officeart/2005/8/layout/vList5"/>
    <dgm:cxn modelId="{FD1D3AE3-5C1A-46A7-A073-AC7B2B39EDEE}" type="presParOf" srcId="{34CA7AE6-D320-4A71-A352-C83EEA1FA5EC}" destId="{A88FF912-8681-4C9B-813A-BB6497C9F006}" srcOrd="2" destOrd="0" presId="urn:microsoft.com/office/officeart/2005/8/layout/vList5"/>
    <dgm:cxn modelId="{23225980-2B2A-44AA-848E-A61F44FD7DC5}" type="presParOf" srcId="{A88FF912-8681-4C9B-813A-BB6497C9F006}" destId="{ABF6B02A-9F79-4C63-A968-EFDD5EA0E5E8}" srcOrd="0" destOrd="0" presId="urn:microsoft.com/office/officeart/2005/8/layout/vList5"/>
    <dgm:cxn modelId="{AE515B0B-A1A2-4857-8045-0C1EC6D3840C}" type="presParOf" srcId="{A88FF912-8681-4C9B-813A-BB6497C9F006}" destId="{8154CAB0-FDE2-446D-8527-6CD064329A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2049EB3-A2D8-44A4-AB2A-9CA3B6DB30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A8B2FCE-4B55-42D5-99CE-A68D1F425F9B}">
      <dgm:prSet/>
      <dgm:spPr/>
      <dgm:t>
        <a:bodyPr/>
        <a:lstStyle/>
        <a:p>
          <a:r>
            <a:rPr lang="es-MX" b="1" i="0"/>
            <a:t>Monitoreo:</a:t>
          </a:r>
          <a:endParaRPr lang="en-US"/>
        </a:p>
      </dgm:t>
    </dgm:pt>
    <dgm:pt modelId="{68429D65-C8B0-4D8D-840A-07888E4D2C06}" type="parTrans" cxnId="{E2C6217C-29BA-4C40-9351-B6B060A117EA}">
      <dgm:prSet/>
      <dgm:spPr/>
      <dgm:t>
        <a:bodyPr/>
        <a:lstStyle/>
        <a:p>
          <a:endParaRPr lang="en-US"/>
        </a:p>
      </dgm:t>
    </dgm:pt>
    <dgm:pt modelId="{C130A36A-0968-4E6C-B32C-496AFB33A57A}" type="sibTrans" cxnId="{E2C6217C-29BA-4C40-9351-B6B060A117EA}">
      <dgm:prSet/>
      <dgm:spPr/>
      <dgm:t>
        <a:bodyPr/>
        <a:lstStyle/>
        <a:p>
          <a:endParaRPr lang="en-US"/>
        </a:p>
      </dgm:t>
    </dgm:pt>
    <dgm:pt modelId="{AC23BB4D-51E7-4AEF-80D2-01042888F155}">
      <dgm:prSet/>
      <dgm:spPr/>
      <dgm:t>
        <a:bodyPr/>
        <a:lstStyle/>
        <a:p>
          <a:r>
            <a:rPr lang="es-MX" b="0" i="0"/>
            <a:t>Uso de recursos.</a:t>
          </a:r>
          <a:endParaRPr lang="en-US"/>
        </a:p>
      </dgm:t>
    </dgm:pt>
    <dgm:pt modelId="{DFAFCC3D-F390-4BB2-A986-00F56B61D188}" type="parTrans" cxnId="{F29B9A88-4266-4635-A04E-CBA9A3F510AA}">
      <dgm:prSet/>
      <dgm:spPr/>
      <dgm:t>
        <a:bodyPr/>
        <a:lstStyle/>
        <a:p>
          <a:endParaRPr lang="en-US"/>
        </a:p>
      </dgm:t>
    </dgm:pt>
    <dgm:pt modelId="{EA3303E0-7EE5-4753-99E3-4BAA88488703}" type="sibTrans" cxnId="{F29B9A88-4266-4635-A04E-CBA9A3F510AA}">
      <dgm:prSet/>
      <dgm:spPr/>
      <dgm:t>
        <a:bodyPr/>
        <a:lstStyle/>
        <a:p>
          <a:endParaRPr lang="en-US"/>
        </a:p>
      </dgm:t>
    </dgm:pt>
    <dgm:pt modelId="{EDED4655-3E20-47A2-B245-BE839EF2A3DB}">
      <dgm:prSet/>
      <dgm:spPr/>
      <dgm:t>
        <a:bodyPr/>
        <a:lstStyle/>
        <a:p>
          <a:r>
            <a:rPr lang="es-MX" b="0" i="0"/>
            <a:t>Detección de fallos.</a:t>
          </a:r>
          <a:endParaRPr lang="en-US"/>
        </a:p>
      </dgm:t>
    </dgm:pt>
    <dgm:pt modelId="{91C8C632-CE05-4416-BCC6-FF50E65D4B65}" type="parTrans" cxnId="{6AB06C74-1E28-4954-8158-22622C099F8A}">
      <dgm:prSet/>
      <dgm:spPr/>
      <dgm:t>
        <a:bodyPr/>
        <a:lstStyle/>
        <a:p>
          <a:endParaRPr lang="en-US"/>
        </a:p>
      </dgm:t>
    </dgm:pt>
    <dgm:pt modelId="{4F41BF5E-BB3D-4711-A5BB-2C5B84F7297A}" type="sibTrans" cxnId="{6AB06C74-1E28-4954-8158-22622C099F8A}">
      <dgm:prSet/>
      <dgm:spPr/>
      <dgm:t>
        <a:bodyPr/>
        <a:lstStyle/>
        <a:p>
          <a:endParaRPr lang="en-US"/>
        </a:p>
      </dgm:t>
    </dgm:pt>
    <dgm:pt modelId="{664B090A-466E-476D-B7E1-720E4430022C}">
      <dgm:prSet/>
      <dgm:spPr/>
      <dgm:t>
        <a:bodyPr/>
        <a:lstStyle/>
        <a:p>
          <a:r>
            <a:rPr lang="es-MX" b="1" i="0"/>
            <a:t>Actualizaciones:</a:t>
          </a:r>
          <a:endParaRPr lang="en-US"/>
        </a:p>
      </dgm:t>
    </dgm:pt>
    <dgm:pt modelId="{5959138A-879F-417C-B366-6EDDAB12D7DA}" type="parTrans" cxnId="{80897514-0A3E-44D0-87B5-F57DEAD7B350}">
      <dgm:prSet/>
      <dgm:spPr/>
      <dgm:t>
        <a:bodyPr/>
        <a:lstStyle/>
        <a:p>
          <a:endParaRPr lang="en-US"/>
        </a:p>
      </dgm:t>
    </dgm:pt>
    <dgm:pt modelId="{6AF02513-A267-4370-B180-1AB9F651C274}" type="sibTrans" cxnId="{80897514-0A3E-44D0-87B5-F57DEAD7B350}">
      <dgm:prSet/>
      <dgm:spPr/>
      <dgm:t>
        <a:bodyPr/>
        <a:lstStyle/>
        <a:p>
          <a:endParaRPr lang="en-US"/>
        </a:p>
      </dgm:t>
    </dgm:pt>
    <dgm:pt modelId="{98E06A04-9B79-410C-B89A-6285EF2B3244}">
      <dgm:prSet/>
      <dgm:spPr/>
      <dgm:t>
        <a:bodyPr/>
        <a:lstStyle/>
        <a:p>
          <a:r>
            <a:rPr lang="es-MX" b="0" i="0"/>
            <a:t>Parches de seguridad.</a:t>
          </a:r>
          <a:endParaRPr lang="en-US"/>
        </a:p>
      </dgm:t>
    </dgm:pt>
    <dgm:pt modelId="{F44473CF-EB4C-4E51-81CD-E344C2C1C159}" type="parTrans" cxnId="{9134FD55-496E-4346-9E37-92BF79DF8C77}">
      <dgm:prSet/>
      <dgm:spPr/>
      <dgm:t>
        <a:bodyPr/>
        <a:lstStyle/>
        <a:p>
          <a:endParaRPr lang="en-US"/>
        </a:p>
      </dgm:t>
    </dgm:pt>
    <dgm:pt modelId="{3A9510F8-E1B2-4F46-9885-3596DED777E3}" type="sibTrans" cxnId="{9134FD55-496E-4346-9E37-92BF79DF8C77}">
      <dgm:prSet/>
      <dgm:spPr/>
      <dgm:t>
        <a:bodyPr/>
        <a:lstStyle/>
        <a:p>
          <a:endParaRPr lang="en-US"/>
        </a:p>
      </dgm:t>
    </dgm:pt>
    <dgm:pt modelId="{9C32D768-2928-4B5A-AED5-174CB4D6FC23}">
      <dgm:prSet/>
      <dgm:spPr/>
      <dgm:t>
        <a:bodyPr/>
        <a:lstStyle/>
        <a:p>
          <a:r>
            <a:rPr lang="es-MX" b="0" i="0"/>
            <a:t>Mejoras de rendimiento.</a:t>
          </a:r>
          <a:endParaRPr lang="en-US"/>
        </a:p>
      </dgm:t>
    </dgm:pt>
    <dgm:pt modelId="{5A967470-E0D7-41E3-9C2B-CB99052BE8CC}" type="parTrans" cxnId="{74DC75BA-6E48-4D02-9712-3026FA8BB0E1}">
      <dgm:prSet/>
      <dgm:spPr/>
      <dgm:t>
        <a:bodyPr/>
        <a:lstStyle/>
        <a:p>
          <a:endParaRPr lang="en-US"/>
        </a:p>
      </dgm:t>
    </dgm:pt>
    <dgm:pt modelId="{BE4E1C6A-9B29-46D5-94CF-3CFBCD5C14A7}" type="sibTrans" cxnId="{74DC75BA-6E48-4D02-9712-3026FA8BB0E1}">
      <dgm:prSet/>
      <dgm:spPr/>
      <dgm:t>
        <a:bodyPr/>
        <a:lstStyle/>
        <a:p>
          <a:endParaRPr lang="en-US"/>
        </a:p>
      </dgm:t>
    </dgm:pt>
    <dgm:pt modelId="{87E41968-E690-400C-904A-E5DC738B125F}" type="pres">
      <dgm:prSet presAssocID="{22049EB3-A2D8-44A4-AB2A-9CA3B6DB3060}" presName="root" presStyleCnt="0">
        <dgm:presLayoutVars>
          <dgm:dir/>
          <dgm:resizeHandles val="exact"/>
        </dgm:presLayoutVars>
      </dgm:prSet>
      <dgm:spPr/>
    </dgm:pt>
    <dgm:pt modelId="{4265B451-B090-4DD4-964D-44FDCDBDB86D}" type="pres">
      <dgm:prSet presAssocID="{FA8B2FCE-4B55-42D5-99CE-A68D1F425F9B}" presName="compNode" presStyleCnt="0"/>
      <dgm:spPr/>
    </dgm:pt>
    <dgm:pt modelId="{957534D1-8330-4579-B9C8-DA4E13BDE61A}" type="pres">
      <dgm:prSet presAssocID="{FA8B2FCE-4B55-42D5-99CE-A68D1F425F9B}" presName="bgRect" presStyleLbl="bgShp" presStyleIdx="0" presStyleCnt="2"/>
      <dgm:spPr>
        <a:solidFill>
          <a:schemeClr val="accent1">
            <a:lumMod val="75000"/>
          </a:schemeClr>
        </a:solidFill>
      </dgm:spPr>
    </dgm:pt>
    <dgm:pt modelId="{30C9CBF3-C2D0-4043-995D-BFA397F63EF9}" type="pres">
      <dgm:prSet presAssocID="{FA8B2FCE-4B55-42D5-99CE-A68D1F425F9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8AD7A120-ADF0-472B-BBB2-0234E9A6D609}" type="pres">
      <dgm:prSet presAssocID="{FA8B2FCE-4B55-42D5-99CE-A68D1F425F9B}" presName="spaceRect" presStyleCnt="0"/>
      <dgm:spPr/>
    </dgm:pt>
    <dgm:pt modelId="{54D9A27F-8B47-49B9-BB60-73C9F28C58FF}" type="pres">
      <dgm:prSet presAssocID="{FA8B2FCE-4B55-42D5-99CE-A68D1F425F9B}" presName="parTx" presStyleLbl="revTx" presStyleIdx="0" presStyleCnt="4">
        <dgm:presLayoutVars>
          <dgm:chMax val="0"/>
          <dgm:chPref val="0"/>
        </dgm:presLayoutVars>
      </dgm:prSet>
      <dgm:spPr/>
    </dgm:pt>
    <dgm:pt modelId="{018C722F-8FD4-4B90-BC10-A0DADE7CFBEF}" type="pres">
      <dgm:prSet presAssocID="{FA8B2FCE-4B55-42D5-99CE-A68D1F425F9B}" presName="desTx" presStyleLbl="revTx" presStyleIdx="1" presStyleCnt="4">
        <dgm:presLayoutVars/>
      </dgm:prSet>
      <dgm:spPr/>
    </dgm:pt>
    <dgm:pt modelId="{97ED183D-9B4A-4C7C-BB20-122A2C384ED7}" type="pres">
      <dgm:prSet presAssocID="{C130A36A-0968-4E6C-B32C-496AFB33A57A}" presName="sibTrans" presStyleCnt="0"/>
      <dgm:spPr/>
    </dgm:pt>
    <dgm:pt modelId="{FF18ED11-0671-4738-8B1A-22E8B71B412E}" type="pres">
      <dgm:prSet presAssocID="{664B090A-466E-476D-B7E1-720E4430022C}" presName="compNode" presStyleCnt="0"/>
      <dgm:spPr/>
    </dgm:pt>
    <dgm:pt modelId="{DEDC513D-246A-4663-8678-61AFAFCA9ADF}" type="pres">
      <dgm:prSet presAssocID="{664B090A-466E-476D-B7E1-720E4430022C}" presName="bgRect" presStyleLbl="bgShp" presStyleIdx="1" presStyleCnt="2"/>
      <dgm:spPr>
        <a:solidFill>
          <a:schemeClr val="accent1">
            <a:lumMod val="75000"/>
          </a:schemeClr>
        </a:solidFill>
      </dgm:spPr>
    </dgm:pt>
    <dgm:pt modelId="{B73CB39B-672C-4467-B783-A05A9D70CAB2}" type="pres">
      <dgm:prSet presAssocID="{664B090A-466E-476D-B7E1-720E4430022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4A891B0-430C-4F1B-937B-19E55BD35B0A}" type="pres">
      <dgm:prSet presAssocID="{664B090A-466E-476D-B7E1-720E4430022C}" presName="spaceRect" presStyleCnt="0"/>
      <dgm:spPr/>
    </dgm:pt>
    <dgm:pt modelId="{0546B1FA-4173-4B35-99A3-0818C8F4FBBD}" type="pres">
      <dgm:prSet presAssocID="{664B090A-466E-476D-B7E1-720E4430022C}" presName="parTx" presStyleLbl="revTx" presStyleIdx="2" presStyleCnt="4">
        <dgm:presLayoutVars>
          <dgm:chMax val="0"/>
          <dgm:chPref val="0"/>
        </dgm:presLayoutVars>
      </dgm:prSet>
      <dgm:spPr/>
    </dgm:pt>
    <dgm:pt modelId="{D0A66D54-8803-46DB-84D5-B409171D7C2F}" type="pres">
      <dgm:prSet presAssocID="{664B090A-466E-476D-B7E1-720E4430022C}" presName="desTx" presStyleLbl="revTx" presStyleIdx="3" presStyleCnt="4">
        <dgm:presLayoutVars/>
      </dgm:prSet>
      <dgm:spPr/>
    </dgm:pt>
  </dgm:ptLst>
  <dgm:cxnLst>
    <dgm:cxn modelId="{80897514-0A3E-44D0-87B5-F57DEAD7B350}" srcId="{22049EB3-A2D8-44A4-AB2A-9CA3B6DB3060}" destId="{664B090A-466E-476D-B7E1-720E4430022C}" srcOrd="1" destOrd="0" parTransId="{5959138A-879F-417C-B366-6EDDAB12D7DA}" sibTransId="{6AF02513-A267-4370-B180-1AB9F651C274}"/>
    <dgm:cxn modelId="{13B47622-958D-4C76-B1A0-4345AFCC3315}" type="presOf" srcId="{22049EB3-A2D8-44A4-AB2A-9CA3B6DB3060}" destId="{87E41968-E690-400C-904A-E5DC738B125F}" srcOrd="0" destOrd="0" presId="urn:microsoft.com/office/officeart/2018/2/layout/IconVerticalSolidList"/>
    <dgm:cxn modelId="{D159703F-92F4-4615-9237-268FECEE989E}" type="presOf" srcId="{664B090A-466E-476D-B7E1-720E4430022C}" destId="{0546B1FA-4173-4B35-99A3-0818C8F4FBBD}" srcOrd="0" destOrd="0" presId="urn:microsoft.com/office/officeart/2018/2/layout/IconVerticalSolidList"/>
    <dgm:cxn modelId="{7801C16D-5632-4058-8097-DD0D36110C40}" type="presOf" srcId="{98E06A04-9B79-410C-B89A-6285EF2B3244}" destId="{D0A66D54-8803-46DB-84D5-B409171D7C2F}" srcOrd="0" destOrd="0" presId="urn:microsoft.com/office/officeart/2018/2/layout/IconVerticalSolidList"/>
    <dgm:cxn modelId="{6AB06C74-1E28-4954-8158-22622C099F8A}" srcId="{FA8B2FCE-4B55-42D5-99CE-A68D1F425F9B}" destId="{EDED4655-3E20-47A2-B245-BE839EF2A3DB}" srcOrd="1" destOrd="0" parTransId="{91C8C632-CE05-4416-BCC6-FF50E65D4B65}" sibTransId="{4F41BF5E-BB3D-4711-A5BB-2C5B84F7297A}"/>
    <dgm:cxn modelId="{B012CA54-3EBE-4BF2-9E09-D23829B2334D}" type="presOf" srcId="{EDED4655-3E20-47A2-B245-BE839EF2A3DB}" destId="{018C722F-8FD4-4B90-BC10-A0DADE7CFBEF}" srcOrd="0" destOrd="1" presId="urn:microsoft.com/office/officeart/2018/2/layout/IconVerticalSolidList"/>
    <dgm:cxn modelId="{9134FD55-496E-4346-9E37-92BF79DF8C77}" srcId="{664B090A-466E-476D-B7E1-720E4430022C}" destId="{98E06A04-9B79-410C-B89A-6285EF2B3244}" srcOrd="0" destOrd="0" parTransId="{F44473CF-EB4C-4E51-81CD-E344C2C1C159}" sibTransId="{3A9510F8-E1B2-4F46-9885-3596DED777E3}"/>
    <dgm:cxn modelId="{E2C6217C-29BA-4C40-9351-B6B060A117EA}" srcId="{22049EB3-A2D8-44A4-AB2A-9CA3B6DB3060}" destId="{FA8B2FCE-4B55-42D5-99CE-A68D1F425F9B}" srcOrd="0" destOrd="0" parTransId="{68429D65-C8B0-4D8D-840A-07888E4D2C06}" sibTransId="{C130A36A-0968-4E6C-B32C-496AFB33A57A}"/>
    <dgm:cxn modelId="{F29B9A88-4266-4635-A04E-CBA9A3F510AA}" srcId="{FA8B2FCE-4B55-42D5-99CE-A68D1F425F9B}" destId="{AC23BB4D-51E7-4AEF-80D2-01042888F155}" srcOrd="0" destOrd="0" parTransId="{DFAFCC3D-F390-4BB2-A986-00F56B61D188}" sibTransId="{EA3303E0-7EE5-4753-99E3-4BAA88488703}"/>
    <dgm:cxn modelId="{453F168C-2ACD-414F-B579-14BE1452A47B}" type="presOf" srcId="{FA8B2FCE-4B55-42D5-99CE-A68D1F425F9B}" destId="{54D9A27F-8B47-49B9-BB60-73C9F28C58FF}" srcOrd="0" destOrd="0" presId="urn:microsoft.com/office/officeart/2018/2/layout/IconVerticalSolidList"/>
    <dgm:cxn modelId="{3A176693-F35B-49F4-AA1A-F3025CC41148}" type="presOf" srcId="{AC23BB4D-51E7-4AEF-80D2-01042888F155}" destId="{018C722F-8FD4-4B90-BC10-A0DADE7CFBEF}" srcOrd="0" destOrd="0" presId="urn:microsoft.com/office/officeart/2018/2/layout/IconVerticalSolidList"/>
    <dgm:cxn modelId="{74DC75BA-6E48-4D02-9712-3026FA8BB0E1}" srcId="{664B090A-466E-476D-B7E1-720E4430022C}" destId="{9C32D768-2928-4B5A-AED5-174CB4D6FC23}" srcOrd="1" destOrd="0" parTransId="{5A967470-E0D7-41E3-9C2B-CB99052BE8CC}" sibTransId="{BE4E1C6A-9B29-46D5-94CF-3CFBCD5C14A7}"/>
    <dgm:cxn modelId="{1AD2E3DD-58FF-4785-98FA-1E00CC8CFAE9}" type="presOf" srcId="{9C32D768-2928-4B5A-AED5-174CB4D6FC23}" destId="{D0A66D54-8803-46DB-84D5-B409171D7C2F}" srcOrd="0" destOrd="1" presId="urn:microsoft.com/office/officeart/2018/2/layout/IconVerticalSolidList"/>
    <dgm:cxn modelId="{EA33CD77-DAAD-4FED-961E-AE86A51AE639}" type="presParOf" srcId="{87E41968-E690-400C-904A-E5DC738B125F}" destId="{4265B451-B090-4DD4-964D-44FDCDBDB86D}" srcOrd="0" destOrd="0" presId="urn:microsoft.com/office/officeart/2018/2/layout/IconVerticalSolidList"/>
    <dgm:cxn modelId="{846787D5-AFD8-4F9B-B2C9-491B9A16CF5A}" type="presParOf" srcId="{4265B451-B090-4DD4-964D-44FDCDBDB86D}" destId="{957534D1-8330-4579-B9C8-DA4E13BDE61A}" srcOrd="0" destOrd="0" presId="urn:microsoft.com/office/officeart/2018/2/layout/IconVerticalSolidList"/>
    <dgm:cxn modelId="{27110207-060F-4635-A3AE-9EFCC69DE676}" type="presParOf" srcId="{4265B451-B090-4DD4-964D-44FDCDBDB86D}" destId="{30C9CBF3-C2D0-4043-995D-BFA397F63EF9}" srcOrd="1" destOrd="0" presId="urn:microsoft.com/office/officeart/2018/2/layout/IconVerticalSolidList"/>
    <dgm:cxn modelId="{039BCD97-3A26-481F-920C-8789B418F495}" type="presParOf" srcId="{4265B451-B090-4DD4-964D-44FDCDBDB86D}" destId="{8AD7A120-ADF0-472B-BBB2-0234E9A6D609}" srcOrd="2" destOrd="0" presId="urn:microsoft.com/office/officeart/2018/2/layout/IconVerticalSolidList"/>
    <dgm:cxn modelId="{BF12CC49-B3E4-4981-99F7-B8839ED164A5}" type="presParOf" srcId="{4265B451-B090-4DD4-964D-44FDCDBDB86D}" destId="{54D9A27F-8B47-49B9-BB60-73C9F28C58FF}" srcOrd="3" destOrd="0" presId="urn:microsoft.com/office/officeart/2018/2/layout/IconVerticalSolidList"/>
    <dgm:cxn modelId="{4E060DCC-1F12-46BD-8C3B-F0C78D8CD5C6}" type="presParOf" srcId="{4265B451-B090-4DD4-964D-44FDCDBDB86D}" destId="{018C722F-8FD4-4B90-BC10-A0DADE7CFBEF}" srcOrd="4" destOrd="0" presId="urn:microsoft.com/office/officeart/2018/2/layout/IconVerticalSolidList"/>
    <dgm:cxn modelId="{24F7C86B-7042-4C9C-834B-DD416759340F}" type="presParOf" srcId="{87E41968-E690-400C-904A-E5DC738B125F}" destId="{97ED183D-9B4A-4C7C-BB20-122A2C384ED7}" srcOrd="1" destOrd="0" presId="urn:microsoft.com/office/officeart/2018/2/layout/IconVerticalSolidList"/>
    <dgm:cxn modelId="{FF0D6094-9C2E-4554-91C4-0B4F91C9ABA8}" type="presParOf" srcId="{87E41968-E690-400C-904A-E5DC738B125F}" destId="{FF18ED11-0671-4738-8B1A-22E8B71B412E}" srcOrd="2" destOrd="0" presId="urn:microsoft.com/office/officeart/2018/2/layout/IconVerticalSolidList"/>
    <dgm:cxn modelId="{1996EC1E-545D-4C96-AB1A-B9B043B1D289}" type="presParOf" srcId="{FF18ED11-0671-4738-8B1A-22E8B71B412E}" destId="{DEDC513D-246A-4663-8678-61AFAFCA9ADF}" srcOrd="0" destOrd="0" presId="urn:microsoft.com/office/officeart/2018/2/layout/IconVerticalSolidList"/>
    <dgm:cxn modelId="{36C5ECCE-C274-4CA6-82D5-AD3B31F6508E}" type="presParOf" srcId="{FF18ED11-0671-4738-8B1A-22E8B71B412E}" destId="{B73CB39B-672C-4467-B783-A05A9D70CAB2}" srcOrd="1" destOrd="0" presId="urn:microsoft.com/office/officeart/2018/2/layout/IconVerticalSolidList"/>
    <dgm:cxn modelId="{71B7E2A8-1D03-407F-B964-3405CFDBC164}" type="presParOf" srcId="{FF18ED11-0671-4738-8B1A-22E8B71B412E}" destId="{54A891B0-430C-4F1B-937B-19E55BD35B0A}" srcOrd="2" destOrd="0" presId="urn:microsoft.com/office/officeart/2018/2/layout/IconVerticalSolidList"/>
    <dgm:cxn modelId="{57C3B062-E8C0-4E9F-B8F6-7AE3263FB61F}" type="presParOf" srcId="{FF18ED11-0671-4738-8B1A-22E8B71B412E}" destId="{0546B1FA-4173-4B35-99A3-0818C8F4FBBD}" srcOrd="3" destOrd="0" presId="urn:microsoft.com/office/officeart/2018/2/layout/IconVerticalSolidList"/>
    <dgm:cxn modelId="{0B4739C3-3671-438A-978B-DDA2A4237A4F}" type="presParOf" srcId="{FF18ED11-0671-4738-8B1A-22E8B71B412E}" destId="{D0A66D54-8803-46DB-84D5-B409171D7C2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780E90-954F-4DC2-8E4D-938B594A8A0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68319B7-AFA1-4ED8-86A3-CC31E21569D4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 i="0"/>
            <a:t>Cómo migrar:</a:t>
          </a:r>
          <a:endParaRPr lang="en-US"/>
        </a:p>
      </dgm:t>
    </dgm:pt>
    <dgm:pt modelId="{520299CF-8051-4F38-9F1B-F937D25935D5}" type="parTrans" cxnId="{A8D394D9-6C2A-46D2-AF29-033AA773F26B}">
      <dgm:prSet/>
      <dgm:spPr/>
      <dgm:t>
        <a:bodyPr/>
        <a:lstStyle/>
        <a:p>
          <a:endParaRPr lang="en-US"/>
        </a:p>
      </dgm:t>
    </dgm:pt>
    <dgm:pt modelId="{CC97934C-82F6-4521-9A53-7D76B3C46FE1}" type="sibTrans" cxnId="{A8D394D9-6C2A-46D2-AF29-033AA773F26B}">
      <dgm:prSet/>
      <dgm:spPr/>
      <dgm:t>
        <a:bodyPr/>
        <a:lstStyle/>
        <a:p>
          <a:endParaRPr lang="en-US"/>
        </a:p>
      </dgm:t>
    </dgm:pt>
    <dgm:pt modelId="{26175CFC-CED4-4A21-B912-CBF5B7BE773A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/>
            <a:t>Evaluar datos existentes.</a:t>
          </a:r>
          <a:endParaRPr lang="en-US"/>
        </a:p>
      </dgm:t>
    </dgm:pt>
    <dgm:pt modelId="{399D09A8-2E09-46D4-8A05-7DAA00ED9E6E}" type="parTrans" cxnId="{99AAE7CC-035D-42A4-92B4-E7D0B866C0CC}">
      <dgm:prSet/>
      <dgm:spPr/>
      <dgm:t>
        <a:bodyPr/>
        <a:lstStyle/>
        <a:p>
          <a:endParaRPr lang="en-US"/>
        </a:p>
      </dgm:t>
    </dgm:pt>
    <dgm:pt modelId="{CEF92932-00ED-4C1F-9F7B-BDEDED4471E7}" type="sibTrans" cxnId="{99AAE7CC-035D-42A4-92B4-E7D0B866C0CC}">
      <dgm:prSet/>
      <dgm:spPr/>
      <dgm:t>
        <a:bodyPr/>
        <a:lstStyle/>
        <a:p>
          <a:endParaRPr lang="en-US"/>
        </a:p>
      </dgm:t>
    </dgm:pt>
    <dgm:pt modelId="{530BF478-ECA1-4CE2-90FE-16FBA3A6F1A5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/>
            <a:t>Elegir la solución adecuada.</a:t>
          </a:r>
          <a:endParaRPr lang="en-US"/>
        </a:p>
      </dgm:t>
    </dgm:pt>
    <dgm:pt modelId="{CE0F86D5-2E4F-4C0F-B00F-204C422511E5}" type="parTrans" cxnId="{207CDE35-A6C4-41E5-9D07-56CA1BB0589F}">
      <dgm:prSet/>
      <dgm:spPr/>
      <dgm:t>
        <a:bodyPr/>
        <a:lstStyle/>
        <a:p>
          <a:endParaRPr lang="en-US"/>
        </a:p>
      </dgm:t>
    </dgm:pt>
    <dgm:pt modelId="{ABE8A7BE-2987-42DF-ACBE-C75F32D39B0B}" type="sibTrans" cxnId="{207CDE35-A6C4-41E5-9D07-56CA1BB0589F}">
      <dgm:prSet/>
      <dgm:spPr/>
      <dgm:t>
        <a:bodyPr/>
        <a:lstStyle/>
        <a:p>
          <a:endParaRPr lang="en-US"/>
        </a:p>
      </dgm:t>
    </dgm:pt>
    <dgm:pt modelId="{150A57D4-D2B5-4EB7-BEBA-341788F80C1A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/>
            <a:t>Transferir datos de manera segura.</a:t>
          </a:r>
          <a:endParaRPr lang="en-US"/>
        </a:p>
      </dgm:t>
    </dgm:pt>
    <dgm:pt modelId="{846AB56A-9A6D-400C-9952-1F5B097A0D93}" type="parTrans" cxnId="{AB550650-ACE7-42AD-87E4-634832E47994}">
      <dgm:prSet/>
      <dgm:spPr/>
      <dgm:t>
        <a:bodyPr/>
        <a:lstStyle/>
        <a:p>
          <a:endParaRPr lang="en-US"/>
        </a:p>
      </dgm:t>
    </dgm:pt>
    <dgm:pt modelId="{62CE0187-67D8-4A63-AE8C-29D5A4AC5AB4}" type="sibTrans" cxnId="{AB550650-ACE7-42AD-87E4-634832E47994}">
      <dgm:prSet/>
      <dgm:spPr/>
      <dgm:t>
        <a:bodyPr/>
        <a:lstStyle/>
        <a:p>
          <a:endParaRPr lang="en-US"/>
        </a:p>
      </dgm:t>
    </dgm:pt>
    <dgm:pt modelId="{CEDB0D88-28C6-454C-BE36-7FA8C6D0D810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 i="0"/>
            <a:t>Herramientas:</a:t>
          </a:r>
          <a:endParaRPr lang="en-US"/>
        </a:p>
      </dgm:t>
    </dgm:pt>
    <dgm:pt modelId="{025E01D4-EBDF-4C80-9093-6D8A29970A05}" type="parTrans" cxnId="{6F1FCD18-5E82-4C0C-A943-1AA9F1376739}">
      <dgm:prSet/>
      <dgm:spPr/>
      <dgm:t>
        <a:bodyPr/>
        <a:lstStyle/>
        <a:p>
          <a:endParaRPr lang="en-US"/>
        </a:p>
      </dgm:t>
    </dgm:pt>
    <dgm:pt modelId="{227E5D43-62C7-43F6-AF02-17F4FA1DF451}" type="sibTrans" cxnId="{6F1FCD18-5E82-4C0C-A943-1AA9F1376739}">
      <dgm:prSet/>
      <dgm:spPr/>
      <dgm:t>
        <a:bodyPr/>
        <a:lstStyle/>
        <a:p>
          <a:endParaRPr lang="en-US"/>
        </a:p>
      </dgm:t>
    </dgm:pt>
    <dgm:pt modelId="{B45AFB53-10B9-4378-8E8D-5D57631B5F7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/>
            <a:t>Software de migración.</a:t>
          </a:r>
          <a:endParaRPr lang="en-US"/>
        </a:p>
      </dgm:t>
    </dgm:pt>
    <dgm:pt modelId="{6F6721F5-FA66-4FD0-ABAD-64D8DB7E535F}" type="parTrans" cxnId="{2838CEC6-C65E-4C26-9DD1-B3DAC029811F}">
      <dgm:prSet/>
      <dgm:spPr/>
      <dgm:t>
        <a:bodyPr/>
        <a:lstStyle/>
        <a:p>
          <a:endParaRPr lang="en-US"/>
        </a:p>
      </dgm:t>
    </dgm:pt>
    <dgm:pt modelId="{C758E60A-E10C-4F7A-AE2B-AC3AFC73F768}" type="sibTrans" cxnId="{2838CEC6-C65E-4C26-9DD1-B3DAC029811F}">
      <dgm:prSet/>
      <dgm:spPr/>
      <dgm:t>
        <a:bodyPr/>
        <a:lstStyle/>
        <a:p>
          <a:endParaRPr lang="en-US"/>
        </a:p>
      </dgm:t>
    </dgm:pt>
    <dgm:pt modelId="{E38C3D86-0EC7-45AE-B8DA-A1BACD30151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 i="0"/>
            <a:t>Mejores prácticas:</a:t>
          </a:r>
          <a:endParaRPr lang="en-US"/>
        </a:p>
      </dgm:t>
    </dgm:pt>
    <dgm:pt modelId="{D5917EAD-5C0E-41AA-A89E-CA3936CCB51C}" type="parTrans" cxnId="{BC036272-F76A-404A-B1D2-2C8C7CD9726B}">
      <dgm:prSet/>
      <dgm:spPr/>
      <dgm:t>
        <a:bodyPr/>
        <a:lstStyle/>
        <a:p>
          <a:endParaRPr lang="en-US"/>
        </a:p>
      </dgm:t>
    </dgm:pt>
    <dgm:pt modelId="{28FA58EE-27E9-4824-942B-D017DBE9518B}" type="sibTrans" cxnId="{BC036272-F76A-404A-B1D2-2C8C7CD9726B}">
      <dgm:prSet/>
      <dgm:spPr/>
      <dgm:t>
        <a:bodyPr/>
        <a:lstStyle/>
        <a:p>
          <a:endParaRPr lang="en-US"/>
        </a:p>
      </dgm:t>
    </dgm:pt>
    <dgm:pt modelId="{97B93321-281C-4F2B-A358-4DFD1EAD95EF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/>
            <a:t>Planificación.</a:t>
          </a:r>
          <a:endParaRPr lang="en-US"/>
        </a:p>
      </dgm:t>
    </dgm:pt>
    <dgm:pt modelId="{63ED4BCC-9C4B-4C70-B4DD-68CC2472BB3B}" type="parTrans" cxnId="{36B56626-D14A-4285-89D9-3071ED5C5B16}">
      <dgm:prSet/>
      <dgm:spPr/>
      <dgm:t>
        <a:bodyPr/>
        <a:lstStyle/>
        <a:p>
          <a:endParaRPr lang="en-US"/>
        </a:p>
      </dgm:t>
    </dgm:pt>
    <dgm:pt modelId="{D80FC096-A036-4811-AC62-0C5DFBB84311}" type="sibTrans" cxnId="{36B56626-D14A-4285-89D9-3071ED5C5B16}">
      <dgm:prSet/>
      <dgm:spPr/>
      <dgm:t>
        <a:bodyPr/>
        <a:lstStyle/>
        <a:p>
          <a:endParaRPr lang="en-US"/>
        </a:p>
      </dgm:t>
    </dgm:pt>
    <dgm:pt modelId="{1E899497-0D08-4098-B41A-5546437A41B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0" i="0"/>
            <a:t>Pruebas.</a:t>
          </a:r>
          <a:endParaRPr lang="en-US"/>
        </a:p>
      </dgm:t>
    </dgm:pt>
    <dgm:pt modelId="{379A74BF-7829-4ADD-B0A1-FC09A15A3236}" type="parTrans" cxnId="{D053A943-CA6F-487B-A292-E248B1663C34}">
      <dgm:prSet/>
      <dgm:spPr/>
      <dgm:t>
        <a:bodyPr/>
        <a:lstStyle/>
        <a:p>
          <a:endParaRPr lang="en-US"/>
        </a:p>
      </dgm:t>
    </dgm:pt>
    <dgm:pt modelId="{E6C931B2-1767-4D22-AFAB-008E5434ED5F}" type="sibTrans" cxnId="{D053A943-CA6F-487B-A292-E248B1663C34}">
      <dgm:prSet/>
      <dgm:spPr/>
      <dgm:t>
        <a:bodyPr/>
        <a:lstStyle/>
        <a:p>
          <a:endParaRPr lang="en-US"/>
        </a:p>
      </dgm:t>
    </dgm:pt>
    <dgm:pt modelId="{E8A31874-96A4-41A8-89B4-7461AD7EFA15}" type="pres">
      <dgm:prSet presAssocID="{B1780E90-954F-4DC2-8E4D-938B594A8A0F}" presName="root" presStyleCnt="0">
        <dgm:presLayoutVars>
          <dgm:dir/>
          <dgm:resizeHandles val="exact"/>
        </dgm:presLayoutVars>
      </dgm:prSet>
      <dgm:spPr/>
    </dgm:pt>
    <dgm:pt modelId="{89B8EF3A-AF49-41A9-A09B-D3B5587F69B2}" type="pres">
      <dgm:prSet presAssocID="{F68319B7-AFA1-4ED8-86A3-CC31E21569D4}" presName="compNode" presStyleCnt="0"/>
      <dgm:spPr/>
    </dgm:pt>
    <dgm:pt modelId="{0F7935F7-D9C6-429E-A646-E4294A4AD17B}" type="pres">
      <dgm:prSet presAssocID="{F68319B7-AFA1-4ED8-86A3-CC31E21569D4}" presName="bgRect" presStyleLbl="bgShp" presStyleIdx="0" presStyleCnt="3"/>
      <dgm:spPr/>
    </dgm:pt>
    <dgm:pt modelId="{DBC75A6B-6B68-4ECB-81D7-9B23B373B8D1}" type="pres">
      <dgm:prSet presAssocID="{F68319B7-AFA1-4ED8-86A3-CC31E21569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40E743BC-F05D-4266-BF26-348A01F48B35}" type="pres">
      <dgm:prSet presAssocID="{F68319B7-AFA1-4ED8-86A3-CC31E21569D4}" presName="spaceRect" presStyleCnt="0"/>
      <dgm:spPr/>
    </dgm:pt>
    <dgm:pt modelId="{4C194311-66DA-4132-A306-1713D7EC0E7D}" type="pres">
      <dgm:prSet presAssocID="{F68319B7-AFA1-4ED8-86A3-CC31E21569D4}" presName="parTx" presStyleLbl="revTx" presStyleIdx="0" presStyleCnt="6">
        <dgm:presLayoutVars>
          <dgm:chMax val="0"/>
          <dgm:chPref val="0"/>
        </dgm:presLayoutVars>
      </dgm:prSet>
      <dgm:spPr/>
    </dgm:pt>
    <dgm:pt modelId="{CEA2E8ED-54A0-454A-9E7F-28313CDD46EB}" type="pres">
      <dgm:prSet presAssocID="{F68319B7-AFA1-4ED8-86A3-CC31E21569D4}" presName="desTx" presStyleLbl="revTx" presStyleIdx="1" presStyleCnt="6">
        <dgm:presLayoutVars/>
      </dgm:prSet>
      <dgm:spPr/>
    </dgm:pt>
    <dgm:pt modelId="{91538100-1CA0-4BE1-8D32-3644165C6CD5}" type="pres">
      <dgm:prSet presAssocID="{CC97934C-82F6-4521-9A53-7D76B3C46FE1}" presName="sibTrans" presStyleCnt="0"/>
      <dgm:spPr/>
    </dgm:pt>
    <dgm:pt modelId="{663C7929-DF7F-4C93-800F-6B709E7F5BFC}" type="pres">
      <dgm:prSet presAssocID="{CEDB0D88-28C6-454C-BE36-7FA8C6D0D810}" presName="compNode" presStyleCnt="0"/>
      <dgm:spPr/>
    </dgm:pt>
    <dgm:pt modelId="{602CCA81-5AE4-474C-96B3-2FA5F58E8D91}" type="pres">
      <dgm:prSet presAssocID="{CEDB0D88-28C6-454C-BE36-7FA8C6D0D810}" presName="bgRect" presStyleLbl="bgShp" presStyleIdx="1" presStyleCnt="3"/>
      <dgm:spPr/>
    </dgm:pt>
    <dgm:pt modelId="{00CF8845-B689-47ED-92AD-749C7331582E}" type="pres">
      <dgm:prSet presAssocID="{CEDB0D88-28C6-454C-BE36-7FA8C6D0D8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bra"/>
        </a:ext>
      </dgm:extLst>
    </dgm:pt>
    <dgm:pt modelId="{21860389-22E1-4814-8F2F-732790950753}" type="pres">
      <dgm:prSet presAssocID="{CEDB0D88-28C6-454C-BE36-7FA8C6D0D810}" presName="spaceRect" presStyleCnt="0"/>
      <dgm:spPr/>
    </dgm:pt>
    <dgm:pt modelId="{39AB55FF-130B-4479-944C-03FB6B62BAFD}" type="pres">
      <dgm:prSet presAssocID="{CEDB0D88-28C6-454C-BE36-7FA8C6D0D810}" presName="parTx" presStyleLbl="revTx" presStyleIdx="2" presStyleCnt="6">
        <dgm:presLayoutVars>
          <dgm:chMax val="0"/>
          <dgm:chPref val="0"/>
        </dgm:presLayoutVars>
      </dgm:prSet>
      <dgm:spPr/>
    </dgm:pt>
    <dgm:pt modelId="{D2BA6A7C-948C-424C-9AB6-9E64D4B962AD}" type="pres">
      <dgm:prSet presAssocID="{CEDB0D88-28C6-454C-BE36-7FA8C6D0D810}" presName="desTx" presStyleLbl="revTx" presStyleIdx="3" presStyleCnt="6">
        <dgm:presLayoutVars/>
      </dgm:prSet>
      <dgm:spPr/>
    </dgm:pt>
    <dgm:pt modelId="{612DA9AF-D616-43D2-9B83-FF638CB3F3CB}" type="pres">
      <dgm:prSet presAssocID="{227E5D43-62C7-43F6-AF02-17F4FA1DF451}" presName="sibTrans" presStyleCnt="0"/>
      <dgm:spPr/>
    </dgm:pt>
    <dgm:pt modelId="{9728037B-2125-450C-B78B-23E2EA5BFC12}" type="pres">
      <dgm:prSet presAssocID="{E38C3D86-0EC7-45AE-B8DA-A1BACD30151C}" presName="compNode" presStyleCnt="0"/>
      <dgm:spPr/>
    </dgm:pt>
    <dgm:pt modelId="{E845300A-C75C-4F9A-9AD5-B023E4DD848A}" type="pres">
      <dgm:prSet presAssocID="{E38C3D86-0EC7-45AE-B8DA-A1BACD30151C}" presName="bgRect" presStyleLbl="bgShp" presStyleIdx="2" presStyleCnt="3"/>
      <dgm:spPr/>
    </dgm:pt>
    <dgm:pt modelId="{29C4A74B-26C6-40EF-A72C-2B1BE122C669}" type="pres">
      <dgm:prSet presAssocID="{E38C3D86-0EC7-45AE-B8DA-A1BACD3015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B025831-FC39-40D8-A537-FFB5CBC65B2E}" type="pres">
      <dgm:prSet presAssocID="{E38C3D86-0EC7-45AE-B8DA-A1BACD30151C}" presName="spaceRect" presStyleCnt="0"/>
      <dgm:spPr/>
    </dgm:pt>
    <dgm:pt modelId="{58194CBD-5EFA-431C-893F-BBA418534292}" type="pres">
      <dgm:prSet presAssocID="{E38C3D86-0EC7-45AE-B8DA-A1BACD30151C}" presName="parTx" presStyleLbl="revTx" presStyleIdx="4" presStyleCnt="6">
        <dgm:presLayoutVars>
          <dgm:chMax val="0"/>
          <dgm:chPref val="0"/>
        </dgm:presLayoutVars>
      </dgm:prSet>
      <dgm:spPr/>
    </dgm:pt>
    <dgm:pt modelId="{B522EA46-97AB-4974-A0AB-7108B995B715}" type="pres">
      <dgm:prSet presAssocID="{E38C3D86-0EC7-45AE-B8DA-A1BACD30151C}" presName="desTx" presStyleLbl="revTx" presStyleIdx="5" presStyleCnt="6">
        <dgm:presLayoutVars/>
      </dgm:prSet>
      <dgm:spPr/>
    </dgm:pt>
  </dgm:ptLst>
  <dgm:cxnLst>
    <dgm:cxn modelId="{E665B101-D2D7-4408-A2C7-121992E8E539}" type="presOf" srcId="{26175CFC-CED4-4A21-B912-CBF5B7BE773A}" destId="{CEA2E8ED-54A0-454A-9E7F-28313CDD46EB}" srcOrd="0" destOrd="0" presId="urn:microsoft.com/office/officeart/2018/2/layout/IconVerticalSolidList"/>
    <dgm:cxn modelId="{4E6C580A-4A34-4313-8DF1-77997333F6B3}" type="presOf" srcId="{150A57D4-D2B5-4EB7-BEBA-341788F80C1A}" destId="{CEA2E8ED-54A0-454A-9E7F-28313CDD46EB}" srcOrd="0" destOrd="2" presId="urn:microsoft.com/office/officeart/2018/2/layout/IconVerticalSolidList"/>
    <dgm:cxn modelId="{6F1FCD18-5E82-4C0C-A943-1AA9F1376739}" srcId="{B1780E90-954F-4DC2-8E4D-938B594A8A0F}" destId="{CEDB0D88-28C6-454C-BE36-7FA8C6D0D810}" srcOrd="1" destOrd="0" parTransId="{025E01D4-EBDF-4C80-9093-6D8A29970A05}" sibTransId="{227E5D43-62C7-43F6-AF02-17F4FA1DF451}"/>
    <dgm:cxn modelId="{E163881C-59A3-4027-8964-218B8A28BD31}" type="presOf" srcId="{E38C3D86-0EC7-45AE-B8DA-A1BACD30151C}" destId="{58194CBD-5EFA-431C-893F-BBA418534292}" srcOrd="0" destOrd="0" presId="urn:microsoft.com/office/officeart/2018/2/layout/IconVerticalSolidList"/>
    <dgm:cxn modelId="{36B56626-D14A-4285-89D9-3071ED5C5B16}" srcId="{E38C3D86-0EC7-45AE-B8DA-A1BACD30151C}" destId="{97B93321-281C-4F2B-A358-4DFD1EAD95EF}" srcOrd="0" destOrd="0" parTransId="{63ED4BCC-9C4B-4C70-B4DD-68CC2472BB3B}" sibTransId="{D80FC096-A036-4811-AC62-0C5DFBB84311}"/>
    <dgm:cxn modelId="{207CDE35-A6C4-41E5-9D07-56CA1BB0589F}" srcId="{F68319B7-AFA1-4ED8-86A3-CC31E21569D4}" destId="{530BF478-ECA1-4CE2-90FE-16FBA3A6F1A5}" srcOrd="1" destOrd="0" parTransId="{CE0F86D5-2E4F-4C0F-B00F-204C422511E5}" sibTransId="{ABE8A7BE-2987-42DF-ACBE-C75F32D39B0B}"/>
    <dgm:cxn modelId="{2AB0EE3C-8281-4079-BBC6-2A089C9F9957}" type="presOf" srcId="{530BF478-ECA1-4CE2-90FE-16FBA3A6F1A5}" destId="{CEA2E8ED-54A0-454A-9E7F-28313CDD46EB}" srcOrd="0" destOrd="1" presId="urn:microsoft.com/office/officeart/2018/2/layout/IconVerticalSolidList"/>
    <dgm:cxn modelId="{D053A943-CA6F-487B-A292-E248B1663C34}" srcId="{E38C3D86-0EC7-45AE-B8DA-A1BACD30151C}" destId="{1E899497-0D08-4098-B41A-5546437A41BC}" srcOrd="1" destOrd="0" parTransId="{379A74BF-7829-4ADD-B0A1-FC09A15A3236}" sibTransId="{E6C931B2-1767-4D22-AFAB-008E5434ED5F}"/>
    <dgm:cxn modelId="{E9D8E644-02BE-4F33-B2FE-15F1273A478F}" type="presOf" srcId="{F68319B7-AFA1-4ED8-86A3-CC31E21569D4}" destId="{4C194311-66DA-4132-A306-1713D7EC0E7D}" srcOrd="0" destOrd="0" presId="urn:microsoft.com/office/officeart/2018/2/layout/IconVerticalSolidList"/>
    <dgm:cxn modelId="{AB550650-ACE7-42AD-87E4-634832E47994}" srcId="{F68319B7-AFA1-4ED8-86A3-CC31E21569D4}" destId="{150A57D4-D2B5-4EB7-BEBA-341788F80C1A}" srcOrd="2" destOrd="0" parTransId="{846AB56A-9A6D-400C-9952-1F5B097A0D93}" sibTransId="{62CE0187-67D8-4A63-AE8C-29D5A4AC5AB4}"/>
    <dgm:cxn modelId="{BC036272-F76A-404A-B1D2-2C8C7CD9726B}" srcId="{B1780E90-954F-4DC2-8E4D-938B594A8A0F}" destId="{E38C3D86-0EC7-45AE-B8DA-A1BACD30151C}" srcOrd="2" destOrd="0" parTransId="{D5917EAD-5C0E-41AA-A89E-CA3936CCB51C}" sibTransId="{28FA58EE-27E9-4824-942B-D017DBE9518B}"/>
    <dgm:cxn modelId="{04EDAB9D-8ECC-4808-8525-4095608E3A84}" type="presOf" srcId="{1E899497-0D08-4098-B41A-5546437A41BC}" destId="{B522EA46-97AB-4974-A0AB-7108B995B715}" srcOrd="0" destOrd="1" presId="urn:microsoft.com/office/officeart/2018/2/layout/IconVerticalSolidList"/>
    <dgm:cxn modelId="{A466F8A0-89DE-46AA-A250-8883ED501388}" type="presOf" srcId="{CEDB0D88-28C6-454C-BE36-7FA8C6D0D810}" destId="{39AB55FF-130B-4479-944C-03FB6B62BAFD}" srcOrd="0" destOrd="0" presId="urn:microsoft.com/office/officeart/2018/2/layout/IconVerticalSolidList"/>
    <dgm:cxn modelId="{2A410AB8-0D51-4B1D-8740-1C84B58E1923}" type="presOf" srcId="{97B93321-281C-4F2B-A358-4DFD1EAD95EF}" destId="{B522EA46-97AB-4974-A0AB-7108B995B715}" srcOrd="0" destOrd="0" presId="urn:microsoft.com/office/officeart/2018/2/layout/IconVerticalSolidList"/>
    <dgm:cxn modelId="{2838CEC6-C65E-4C26-9DD1-B3DAC029811F}" srcId="{CEDB0D88-28C6-454C-BE36-7FA8C6D0D810}" destId="{B45AFB53-10B9-4378-8E8D-5D57631B5F72}" srcOrd="0" destOrd="0" parTransId="{6F6721F5-FA66-4FD0-ABAD-64D8DB7E535F}" sibTransId="{C758E60A-E10C-4F7A-AE2B-AC3AFC73F768}"/>
    <dgm:cxn modelId="{99AAE7CC-035D-42A4-92B4-E7D0B866C0CC}" srcId="{F68319B7-AFA1-4ED8-86A3-CC31E21569D4}" destId="{26175CFC-CED4-4A21-B912-CBF5B7BE773A}" srcOrd="0" destOrd="0" parTransId="{399D09A8-2E09-46D4-8A05-7DAA00ED9E6E}" sibTransId="{CEF92932-00ED-4C1F-9F7B-BDEDED4471E7}"/>
    <dgm:cxn modelId="{D28043CE-1919-4092-9234-104C94FCF667}" type="presOf" srcId="{B1780E90-954F-4DC2-8E4D-938B594A8A0F}" destId="{E8A31874-96A4-41A8-89B4-7461AD7EFA15}" srcOrd="0" destOrd="0" presId="urn:microsoft.com/office/officeart/2018/2/layout/IconVerticalSolidList"/>
    <dgm:cxn modelId="{A8D394D9-6C2A-46D2-AF29-033AA773F26B}" srcId="{B1780E90-954F-4DC2-8E4D-938B594A8A0F}" destId="{F68319B7-AFA1-4ED8-86A3-CC31E21569D4}" srcOrd="0" destOrd="0" parTransId="{520299CF-8051-4F38-9F1B-F937D25935D5}" sibTransId="{CC97934C-82F6-4521-9A53-7D76B3C46FE1}"/>
    <dgm:cxn modelId="{773D34E4-DF70-471B-B00B-AB9D7612DAF9}" type="presOf" srcId="{B45AFB53-10B9-4378-8E8D-5D57631B5F72}" destId="{D2BA6A7C-948C-424C-9AB6-9E64D4B962AD}" srcOrd="0" destOrd="0" presId="urn:microsoft.com/office/officeart/2018/2/layout/IconVerticalSolidList"/>
    <dgm:cxn modelId="{51930F29-3CB5-4B7F-8D2D-27E9BA8F653C}" type="presParOf" srcId="{E8A31874-96A4-41A8-89B4-7461AD7EFA15}" destId="{89B8EF3A-AF49-41A9-A09B-D3B5587F69B2}" srcOrd="0" destOrd="0" presId="urn:microsoft.com/office/officeart/2018/2/layout/IconVerticalSolidList"/>
    <dgm:cxn modelId="{C9E47F8D-C2BF-4791-8FE8-1D7EB33D2BE7}" type="presParOf" srcId="{89B8EF3A-AF49-41A9-A09B-D3B5587F69B2}" destId="{0F7935F7-D9C6-429E-A646-E4294A4AD17B}" srcOrd="0" destOrd="0" presId="urn:microsoft.com/office/officeart/2018/2/layout/IconVerticalSolidList"/>
    <dgm:cxn modelId="{C504BA8A-BEE6-48A3-BE08-B114AD8C97CD}" type="presParOf" srcId="{89B8EF3A-AF49-41A9-A09B-D3B5587F69B2}" destId="{DBC75A6B-6B68-4ECB-81D7-9B23B373B8D1}" srcOrd="1" destOrd="0" presId="urn:microsoft.com/office/officeart/2018/2/layout/IconVerticalSolidList"/>
    <dgm:cxn modelId="{A572029D-7F96-4690-A923-C02E418C2068}" type="presParOf" srcId="{89B8EF3A-AF49-41A9-A09B-D3B5587F69B2}" destId="{40E743BC-F05D-4266-BF26-348A01F48B35}" srcOrd="2" destOrd="0" presId="urn:microsoft.com/office/officeart/2018/2/layout/IconVerticalSolidList"/>
    <dgm:cxn modelId="{79F97CC7-2BCF-416D-952A-B4E1DFDB3974}" type="presParOf" srcId="{89B8EF3A-AF49-41A9-A09B-D3B5587F69B2}" destId="{4C194311-66DA-4132-A306-1713D7EC0E7D}" srcOrd="3" destOrd="0" presId="urn:microsoft.com/office/officeart/2018/2/layout/IconVerticalSolidList"/>
    <dgm:cxn modelId="{B3D30E9B-8849-403E-BDF6-D31773D2F420}" type="presParOf" srcId="{89B8EF3A-AF49-41A9-A09B-D3B5587F69B2}" destId="{CEA2E8ED-54A0-454A-9E7F-28313CDD46EB}" srcOrd="4" destOrd="0" presId="urn:microsoft.com/office/officeart/2018/2/layout/IconVerticalSolidList"/>
    <dgm:cxn modelId="{F5BB0A4F-EB98-4357-ABE2-D5F6A7B9F4B4}" type="presParOf" srcId="{E8A31874-96A4-41A8-89B4-7461AD7EFA15}" destId="{91538100-1CA0-4BE1-8D32-3644165C6CD5}" srcOrd="1" destOrd="0" presId="urn:microsoft.com/office/officeart/2018/2/layout/IconVerticalSolidList"/>
    <dgm:cxn modelId="{FACF5D5A-2F34-4C64-A41F-319760E130A0}" type="presParOf" srcId="{E8A31874-96A4-41A8-89B4-7461AD7EFA15}" destId="{663C7929-DF7F-4C93-800F-6B709E7F5BFC}" srcOrd="2" destOrd="0" presId="urn:microsoft.com/office/officeart/2018/2/layout/IconVerticalSolidList"/>
    <dgm:cxn modelId="{484A8FAE-FFCA-4B50-B7A1-2A59E0B75D68}" type="presParOf" srcId="{663C7929-DF7F-4C93-800F-6B709E7F5BFC}" destId="{602CCA81-5AE4-474C-96B3-2FA5F58E8D91}" srcOrd="0" destOrd="0" presId="urn:microsoft.com/office/officeart/2018/2/layout/IconVerticalSolidList"/>
    <dgm:cxn modelId="{A813387A-418E-4635-893B-391C0760D39B}" type="presParOf" srcId="{663C7929-DF7F-4C93-800F-6B709E7F5BFC}" destId="{00CF8845-B689-47ED-92AD-749C7331582E}" srcOrd="1" destOrd="0" presId="urn:microsoft.com/office/officeart/2018/2/layout/IconVerticalSolidList"/>
    <dgm:cxn modelId="{C9E6FA25-8D46-4A30-9F38-D733B7AAFADB}" type="presParOf" srcId="{663C7929-DF7F-4C93-800F-6B709E7F5BFC}" destId="{21860389-22E1-4814-8F2F-732790950753}" srcOrd="2" destOrd="0" presId="urn:microsoft.com/office/officeart/2018/2/layout/IconVerticalSolidList"/>
    <dgm:cxn modelId="{AEEED886-A333-4929-A21E-1E049074615B}" type="presParOf" srcId="{663C7929-DF7F-4C93-800F-6B709E7F5BFC}" destId="{39AB55FF-130B-4479-944C-03FB6B62BAFD}" srcOrd="3" destOrd="0" presId="urn:microsoft.com/office/officeart/2018/2/layout/IconVerticalSolidList"/>
    <dgm:cxn modelId="{EBCC7F25-5EA1-454C-82B2-C5F29A5F3E7D}" type="presParOf" srcId="{663C7929-DF7F-4C93-800F-6B709E7F5BFC}" destId="{D2BA6A7C-948C-424C-9AB6-9E64D4B962AD}" srcOrd="4" destOrd="0" presId="urn:microsoft.com/office/officeart/2018/2/layout/IconVerticalSolidList"/>
    <dgm:cxn modelId="{13A0B19F-293D-4E0F-B0E8-D46AC491D3B3}" type="presParOf" srcId="{E8A31874-96A4-41A8-89B4-7461AD7EFA15}" destId="{612DA9AF-D616-43D2-9B83-FF638CB3F3CB}" srcOrd="3" destOrd="0" presId="urn:microsoft.com/office/officeart/2018/2/layout/IconVerticalSolidList"/>
    <dgm:cxn modelId="{BA0CF9B0-C3C6-4C4B-B7E0-2A7B3E4A8DD9}" type="presParOf" srcId="{E8A31874-96A4-41A8-89B4-7461AD7EFA15}" destId="{9728037B-2125-450C-B78B-23E2EA5BFC12}" srcOrd="4" destOrd="0" presId="urn:microsoft.com/office/officeart/2018/2/layout/IconVerticalSolidList"/>
    <dgm:cxn modelId="{1F2490A8-91CC-43A2-9E91-909B2AD51124}" type="presParOf" srcId="{9728037B-2125-450C-B78B-23E2EA5BFC12}" destId="{E845300A-C75C-4F9A-9AD5-B023E4DD848A}" srcOrd="0" destOrd="0" presId="urn:microsoft.com/office/officeart/2018/2/layout/IconVerticalSolidList"/>
    <dgm:cxn modelId="{E8B48980-7977-4489-B8C4-0F3D0F7F32D0}" type="presParOf" srcId="{9728037B-2125-450C-B78B-23E2EA5BFC12}" destId="{29C4A74B-26C6-40EF-A72C-2B1BE122C669}" srcOrd="1" destOrd="0" presId="urn:microsoft.com/office/officeart/2018/2/layout/IconVerticalSolidList"/>
    <dgm:cxn modelId="{0F73FFB8-018A-48E0-A1B0-03BCEF6E6315}" type="presParOf" srcId="{9728037B-2125-450C-B78B-23E2EA5BFC12}" destId="{EB025831-FC39-40D8-A537-FFB5CBC65B2E}" srcOrd="2" destOrd="0" presId="urn:microsoft.com/office/officeart/2018/2/layout/IconVerticalSolidList"/>
    <dgm:cxn modelId="{ECD2C36B-229E-418F-B0FA-F473912C67B7}" type="presParOf" srcId="{9728037B-2125-450C-B78B-23E2EA5BFC12}" destId="{58194CBD-5EFA-431C-893F-BBA418534292}" srcOrd="3" destOrd="0" presId="urn:microsoft.com/office/officeart/2018/2/layout/IconVerticalSolidList"/>
    <dgm:cxn modelId="{7D9E42F1-49CD-45BB-9925-BF5BFAD2259A}" type="presParOf" srcId="{9728037B-2125-450C-B78B-23E2EA5BFC12}" destId="{B522EA46-97AB-4974-A0AB-7108B995B71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3BA91C0-E8E1-422C-8D81-770A86E67563}" type="doc">
      <dgm:prSet loTypeId="urn:microsoft.com/office/officeart/2005/8/layout/list1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BF482D6-40AD-48B7-A5B4-5B36742B3D00}">
      <dgm:prSet/>
      <dgm:spPr/>
      <dgm:t>
        <a:bodyPr/>
        <a:lstStyle/>
        <a:p>
          <a:pPr>
            <a:defRPr b="1"/>
          </a:pPr>
          <a:r>
            <a:rPr lang="es-MX" b="1" i="0"/>
            <a:t>Ejemplos:</a:t>
          </a:r>
          <a:endParaRPr lang="en-US"/>
        </a:p>
      </dgm:t>
    </dgm:pt>
    <dgm:pt modelId="{9E9E770E-FADC-4BBE-94BF-91FF5FFF8BA8}" type="parTrans" cxnId="{EFF23D2E-7BED-4408-96BA-A97685D30133}">
      <dgm:prSet/>
      <dgm:spPr/>
      <dgm:t>
        <a:bodyPr/>
        <a:lstStyle/>
        <a:p>
          <a:endParaRPr lang="en-US"/>
        </a:p>
      </dgm:t>
    </dgm:pt>
    <dgm:pt modelId="{F2C3609A-E68E-404E-AC13-8DEF06763CB1}" type="sibTrans" cxnId="{EFF23D2E-7BED-4408-96BA-A97685D30133}">
      <dgm:prSet/>
      <dgm:spPr/>
      <dgm:t>
        <a:bodyPr/>
        <a:lstStyle/>
        <a:p>
          <a:endParaRPr lang="en-US"/>
        </a:p>
      </dgm:t>
    </dgm:pt>
    <dgm:pt modelId="{791C6AEA-8526-4BB5-94DF-7FED45069918}">
      <dgm:prSet/>
      <dgm:spPr/>
      <dgm:t>
        <a:bodyPr/>
        <a:lstStyle/>
        <a:p>
          <a:r>
            <a:rPr lang="es-MX" b="0" i="0"/>
            <a:t>Empresa X: Implementó NAS y redujo costos.</a:t>
          </a:r>
          <a:endParaRPr lang="en-US"/>
        </a:p>
      </dgm:t>
    </dgm:pt>
    <dgm:pt modelId="{7C14BE8B-B204-4F63-9305-27DBD20FD16D}" type="parTrans" cxnId="{E35F98CC-C7C3-4D43-8824-B66445F1339C}">
      <dgm:prSet/>
      <dgm:spPr/>
      <dgm:t>
        <a:bodyPr/>
        <a:lstStyle/>
        <a:p>
          <a:endParaRPr lang="en-US"/>
        </a:p>
      </dgm:t>
    </dgm:pt>
    <dgm:pt modelId="{FBE7A170-ECE5-41D0-92AC-E773DD3413AB}" type="sibTrans" cxnId="{E35F98CC-C7C3-4D43-8824-B66445F1339C}">
      <dgm:prSet/>
      <dgm:spPr/>
      <dgm:t>
        <a:bodyPr/>
        <a:lstStyle/>
        <a:p>
          <a:endParaRPr lang="en-US"/>
        </a:p>
      </dgm:t>
    </dgm:pt>
    <dgm:pt modelId="{9B7F50C3-EF9A-4A16-809D-57229538F8FF}">
      <dgm:prSet/>
      <dgm:spPr/>
      <dgm:t>
        <a:bodyPr/>
        <a:lstStyle/>
        <a:p>
          <a:r>
            <a:rPr lang="es-MX" b="0" i="0"/>
            <a:t>Empresa Y: Migró a la nube y mejoró la colaboración.</a:t>
          </a:r>
          <a:endParaRPr lang="en-US"/>
        </a:p>
      </dgm:t>
    </dgm:pt>
    <dgm:pt modelId="{BCE1EF7F-8E00-4EB6-9673-5D3EDBC317E8}" type="parTrans" cxnId="{33D3F0F2-5CC8-4AC5-9374-92EF3464FFA6}">
      <dgm:prSet/>
      <dgm:spPr/>
      <dgm:t>
        <a:bodyPr/>
        <a:lstStyle/>
        <a:p>
          <a:endParaRPr lang="en-US"/>
        </a:p>
      </dgm:t>
    </dgm:pt>
    <dgm:pt modelId="{7E965569-8282-41BC-A28D-45907AA48E28}" type="sibTrans" cxnId="{33D3F0F2-5CC8-4AC5-9374-92EF3464FFA6}">
      <dgm:prSet/>
      <dgm:spPr/>
      <dgm:t>
        <a:bodyPr/>
        <a:lstStyle/>
        <a:p>
          <a:endParaRPr lang="en-US"/>
        </a:p>
      </dgm:t>
    </dgm:pt>
    <dgm:pt modelId="{6B5BE2F7-0C22-4C90-93FA-D146358C0FA8}">
      <dgm:prSet/>
      <dgm:spPr/>
      <dgm:t>
        <a:bodyPr/>
        <a:lstStyle/>
        <a:p>
          <a:pPr>
            <a:defRPr b="1"/>
          </a:pPr>
          <a:r>
            <a:rPr lang="es-MX" b="1" i="0"/>
            <a:t>Resultados:</a:t>
          </a:r>
          <a:endParaRPr lang="en-US"/>
        </a:p>
      </dgm:t>
    </dgm:pt>
    <dgm:pt modelId="{0173FCD9-1D1E-46FC-AD90-BDBA311713E4}" type="parTrans" cxnId="{902B5652-B17F-44E4-B414-7A0CE6DF5060}">
      <dgm:prSet/>
      <dgm:spPr/>
      <dgm:t>
        <a:bodyPr/>
        <a:lstStyle/>
        <a:p>
          <a:endParaRPr lang="en-US"/>
        </a:p>
      </dgm:t>
    </dgm:pt>
    <dgm:pt modelId="{8B517279-AB6D-4516-849E-F44C836D513D}" type="sibTrans" cxnId="{902B5652-B17F-44E4-B414-7A0CE6DF5060}">
      <dgm:prSet/>
      <dgm:spPr/>
      <dgm:t>
        <a:bodyPr/>
        <a:lstStyle/>
        <a:p>
          <a:endParaRPr lang="en-US"/>
        </a:p>
      </dgm:t>
    </dgm:pt>
    <dgm:pt modelId="{5C5CFABF-0739-4067-95B3-D6D8B65AD3BE}">
      <dgm:prSet/>
      <dgm:spPr/>
      <dgm:t>
        <a:bodyPr/>
        <a:lstStyle/>
        <a:p>
          <a:r>
            <a:rPr lang="es-MX" b="0" i="0"/>
            <a:t>Mayor eficiencia.</a:t>
          </a:r>
          <a:endParaRPr lang="en-US"/>
        </a:p>
      </dgm:t>
    </dgm:pt>
    <dgm:pt modelId="{213A4F80-AF06-4E66-BCE3-BBBD917CE905}" type="parTrans" cxnId="{BE5121F7-FDBE-43E5-8F1A-06E7B84E7EE7}">
      <dgm:prSet/>
      <dgm:spPr/>
      <dgm:t>
        <a:bodyPr/>
        <a:lstStyle/>
        <a:p>
          <a:endParaRPr lang="en-US"/>
        </a:p>
      </dgm:t>
    </dgm:pt>
    <dgm:pt modelId="{8A707C2B-40F6-456B-B960-8BCF8BAD4D6D}" type="sibTrans" cxnId="{BE5121F7-FDBE-43E5-8F1A-06E7B84E7EE7}">
      <dgm:prSet/>
      <dgm:spPr/>
      <dgm:t>
        <a:bodyPr/>
        <a:lstStyle/>
        <a:p>
          <a:endParaRPr lang="en-US"/>
        </a:p>
      </dgm:t>
    </dgm:pt>
    <dgm:pt modelId="{66D43848-74DB-4C8D-900A-027707A7B9A8}">
      <dgm:prSet/>
      <dgm:spPr/>
      <dgm:t>
        <a:bodyPr/>
        <a:lstStyle/>
        <a:p>
          <a:r>
            <a:rPr lang="es-MX" b="0" i="0"/>
            <a:t>Reducción de costos.</a:t>
          </a:r>
          <a:endParaRPr lang="en-US"/>
        </a:p>
      </dgm:t>
    </dgm:pt>
    <dgm:pt modelId="{A679F5E6-9B93-44F2-A563-0A56808EF228}" type="parTrans" cxnId="{9340C891-A8EB-40A1-80CB-091315653583}">
      <dgm:prSet/>
      <dgm:spPr/>
      <dgm:t>
        <a:bodyPr/>
        <a:lstStyle/>
        <a:p>
          <a:endParaRPr lang="en-US"/>
        </a:p>
      </dgm:t>
    </dgm:pt>
    <dgm:pt modelId="{068B3867-5746-4B01-906D-95F867BB4D24}" type="sibTrans" cxnId="{9340C891-A8EB-40A1-80CB-091315653583}">
      <dgm:prSet/>
      <dgm:spPr/>
      <dgm:t>
        <a:bodyPr/>
        <a:lstStyle/>
        <a:p>
          <a:endParaRPr lang="en-US"/>
        </a:p>
      </dgm:t>
    </dgm:pt>
    <dgm:pt modelId="{BF1D395A-F630-4931-A1C3-51C6FBA10287}" type="pres">
      <dgm:prSet presAssocID="{23BA91C0-E8E1-422C-8D81-770A86E67563}" presName="linear" presStyleCnt="0">
        <dgm:presLayoutVars>
          <dgm:dir/>
          <dgm:animLvl val="lvl"/>
          <dgm:resizeHandles val="exact"/>
        </dgm:presLayoutVars>
      </dgm:prSet>
      <dgm:spPr/>
    </dgm:pt>
    <dgm:pt modelId="{E66267DB-0F05-447F-96ED-A93353C7F8AB}" type="pres">
      <dgm:prSet presAssocID="{FBF482D6-40AD-48B7-A5B4-5B36742B3D00}" presName="parentLin" presStyleCnt="0"/>
      <dgm:spPr/>
    </dgm:pt>
    <dgm:pt modelId="{AE2AE3F9-4DAD-4A4C-9E90-925806C6EDEB}" type="pres">
      <dgm:prSet presAssocID="{FBF482D6-40AD-48B7-A5B4-5B36742B3D00}" presName="parentLeftMargin" presStyleLbl="node1" presStyleIdx="0" presStyleCnt="2"/>
      <dgm:spPr/>
    </dgm:pt>
    <dgm:pt modelId="{C4292CBC-1A56-4E05-A2BD-95858D941476}" type="pres">
      <dgm:prSet presAssocID="{FBF482D6-40AD-48B7-A5B4-5B36742B3D0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E3014E-4E32-4997-BBC3-B16190867E7F}" type="pres">
      <dgm:prSet presAssocID="{FBF482D6-40AD-48B7-A5B4-5B36742B3D00}" presName="negativeSpace" presStyleCnt="0"/>
      <dgm:spPr/>
    </dgm:pt>
    <dgm:pt modelId="{9F2DF29B-79B8-423E-A1E2-7B8FAC8E7AAE}" type="pres">
      <dgm:prSet presAssocID="{FBF482D6-40AD-48B7-A5B4-5B36742B3D00}" presName="childText" presStyleLbl="conFgAcc1" presStyleIdx="0" presStyleCnt="2">
        <dgm:presLayoutVars>
          <dgm:bulletEnabled val="1"/>
        </dgm:presLayoutVars>
      </dgm:prSet>
      <dgm:spPr/>
    </dgm:pt>
    <dgm:pt modelId="{AB7999C8-A70E-49FA-AAEC-42A7940AEC90}" type="pres">
      <dgm:prSet presAssocID="{F2C3609A-E68E-404E-AC13-8DEF06763CB1}" presName="spaceBetweenRectangles" presStyleCnt="0"/>
      <dgm:spPr/>
    </dgm:pt>
    <dgm:pt modelId="{87CD77E1-869E-450E-8D06-8489327BEF6D}" type="pres">
      <dgm:prSet presAssocID="{6B5BE2F7-0C22-4C90-93FA-D146358C0FA8}" presName="parentLin" presStyleCnt="0"/>
      <dgm:spPr/>
    </dgm:pt>
    <dgm:pt modelId="{C19D8FB2-150E-4982-802A-401744A5AF6B}" type="pres">
      <dgm:prSet presAssocID="{6B5BE2F7-0C22-4C90-93FA-D146358C0FA8}" presName="parentLeftMargin" presStyleLbl="node1" presStyleIdx="0" presStyleCnt="2"/>
      <dgm:spPr/>
    </dgm:pt>
    <dgm:pt modelId="{E9CDD4CD-5C25-414F-8D54-E0041641025B}" type="pres">
      <dgm:prSet presAssocID="{6B5BE2F7-0C22-4C90-93FA-D146358C0FA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0CB6537-8249-4B14-A80B-EA18EBC9373C}" type="pres">
      <dgm:prSet presAssocID="{6B5BE2F7-0C22-4C90-93FA-D146358C0FA8}" presName="negativeSpace" presStyleCnt="0"/>
      <dgm:spPr/>
    </dgm:pt>
    <dgm:pt modelId="{33D1CE9E-D2C7-41EB-934C-F603C7D5B189}" type="pres">
      <dgm:prSet presAssocID="{6B5BE2F7-0C22-4C90-93FA-D146358C0FA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C6E6D13-507B-453D-9D77-87818969ECBA}" type="presOf" srcId="{791C6AEA-8526-4BB5-94DF-7FED45069918}" destId="{9F2DF29B-79B8-423E-A1E2-7B8FAC8E7AAE}" srcOrd="0" destOrd="0" presId="urn:microsoft.com/office/officeart/2005/8/layout/list1"/>
    <dgm:cxn modelId="{EFF23D2E-7BED-4408-96BA-A97685D30133}" srcId="{23BA91C0-E8E1-422C-8D81-770A86E67563}" destId="{FBF482D6-40AD-48B7-A5B4-5B36742B3D00}" srcOrd="0" destOrd="0" parTransId="{9E9E770E-FADC-4BBE-94BF-91FF5FFF8BA8}" sibTransId="{F2C3609A-E68E-404E-AC13-8DEF06763CB1}"/>
    <dgm:cxn modelId="{E5EA585C-AF15-431B-B2D0-4FA40AB2AC55}" type="presOf" srcId="{5C5CFABF-0739-4067-95B3-D6D8B65AD3BE}" destId="{33D1CE9E-D2C7-41EB-934C-F603C7D5B189}" srcOrd="0" destOrd="0" presId="urn:microsoft.com/office/officeart/2005/8/layout/list1"/>
    <dgm:cxn modelId="{6D63F765-D4E5-4CE7-BDBD-843F4BE3C081}" type="presOf" srcId="{6B5BE2F7-0C22-4C90-93FA-D146358C0FA8}" destId="{E9CDD4CD-5C25-414F-8D54-E0041641025B}" srcOrd="1" destOrd="0" presId="urn:microsoft.com/office/officeart/2005/8/layout/list1"/>
    <dgm:cxn modelId="{D475854D-93C3-4290-B915-C1B07A25A00F}" type="presOf" srcId="{6B5BE2F7-0C22-4C90-93FA-D146358C0FA8}" destId="{C19D8FB2-150E-4982-802A-401744A5AF6B}" srcOrd="0" destOrd="0" presId="urn:microsoft.com/office/officeart/2005/8/layout/list1"/>
    <dgm:cxn modelId="{902B5652-B17F-44E4-B414-7A0CE6DF5060}" srcId="{23BA91C0-E8E1-422C-8D81-770A86E67563}" destId="{6B5BE2F7-0C22-4C90-93FA-D146358C0FA8}" srcOrd="1" destOrd="0" parTransId="{0173FCD9-1D1E-46FC-AD90-BDBA311713E4}" sibTransId="{8B517279-AB6D-4516-849E-F44C836D513D}"/>
    <dgm:cxn modelId="{9340C891-A8EB-40A1-80CB-091315653583}" srcId="{6B5BE2F7-0C22-4C90-93FA-D146358C0FA8}" destId="{66D43848-74DB-4C8D-900A-027707A7B9A8}" srcOrd="1" destOrd="0" parTransId="{A679F5E6-9B93-44F2-A563-0A56808EF228}" sibTransId="{068B3867-5746-4B01-906D-95F867BB4D24}"/>
    <dgm:cxn modelId="{3A47219B-0E7A-4659-83FE-D027E474B208}" type="presOf" srcId="{66D43848-74DB-4C8D-900A-027707A7B9A8}" destId="{33D1CE9E-D2C7-41EB-934C-F603C7D5B189}" srcOrd="0" destOrd="1" presId="urn:microsoft.com/office/officeart/2005/8/layout/list1"/>
    <dgm:cxn modelId="{AF76C29B-1C57-4385-8173-2F1BE4E12ECC}" type="presOf" srcId="{23BA91C0-E8E1-422C-8D81-770A86E67563}" destId="{BF1D395A-F630-4931-A1C3-51C6FBA10287}" srcOrd="0" destOrd="0" presId="urn:microsoft.com/office/officeart/2005/8/layout/list1"/>
    <dgm:cxn modelId="{6DD3CFAA-08BB-421D-988D-CF089E8A5FED}" type="presOf" srcId="{FBF482D6-40AD-48B7-A5B4-5B36742B3D00}" destId="{C4292CBC-1A56-4E05-A2BD-95858D941476}" srcOrd="1" destOrd="0" presId="urn:microsoft.com/office/officeart/2005/8/layout/list1"/>
    <dgm:cxn modelId="{1D9EA6AF-4AE6-45D2-B9D9-E4889DDE894A}" type="presOf" srcId="{FBF482D6-40AD-48B7-A5B4-5B36742B3D00}" destId="{AE2AE3F9-4DAD-4A4C-9E90-925806C6EDEB}" srcOrd="0" destOrd="0" presId="urn:microsoft.com/office/officeart/2005/8/layout/list1"/>
    <dgm:cxn modelId="{E35F98CC-C7C3-4D43-8824-B66445F1339C}" srcId="{FBF482D6-40AD-48B7-A5B4-5B36742B3D00}" destId="{791C6AEA-8526-4BB5-94DF-7FED45069918}" srcOrd="0" destOrd="0" parTransId="{7C14BE8B-B204-4F63-9305-27DBD20FD16D}" sibTransId="{FBE7A170-ECE5-41D0-92AC-E773DD3413AB}"/>
    <dgm:cxn modelId="{13F31DCF-38F4-43EC-9794-9E9578FCFE8C}" type="presOf" srcId="{9B7F50C3-EF9A-4A16-809D-57229538F8FF}" destId="{9F2DF29B-79B8-423E-A1E2-7B8FAC8E7AAE}" srcOrd="0" destOrd="1" presId="urn:microsoft.com/office/officeart/2005/8/layout/list1"/>
    <dgm:cxn modelId="{33D3F0F2-5CC8-4AC5-9374-92EF3464FFA6}" srcId="{FBF482D6-40AD-48B7-A5B4-5B36742B3D00}" destId="{9B7F50C3-EF9A-4A16-809D-57229538F8FF}" srcOrd="1" destOrd="0" parTransId="{BCE1EF7F-8E00-4EB6-9673-5D3EDBC317E8}" sibTransId="{7E965569-8282-41BC-A28D-45907AA48E28}"/>
    <dgm:cxn modelId="{BE5121F7-FDBE-43E5-8F1A-06E7B84E7EE7}" srcId="{6B5BE2F7-0C22-4C90-93FA-D146358C0FA8}" destId="{5C5CFABF-0739-4067-95B3-D6D8B65AD3BE}" srcOrd="0" destOrd="0" parTransId="{213A4F80-AF06-4E66-BCE3-BBBD917CE905}" sibTransId="{8A707C2B-40F6-456B-B960-8BCF8BAD4D6D}"/>
    <dgm:cxn modelId="{F1DDBA15-8804-4292-8FE0-B9D45AE96622}" type="presParOf" srcId="{BF1D395A-F630-4931-A1C3-51C6FBA10287}" destId="{E66267DB-0F05-447F-96ED-A93353C7F8AB}" srcOrd="0" destOrd="0" presId="urn:microsoft.com/office/officeart/2005/8/layout/list1"/>
    <dgm:cxn modelId="{3AC07F30-FA19-4D0B-963D-29B024424865}" type="presParOf" srcId="{E66267DB-0F05-447F-96ED-A93353C7F8AB}" destId="{AE2AE3F9-4DAD-4A4C-9E90-925806C6EDEB}" srcOrd="0" destOrd="0" presId="urn:microsoft.com/office/officeart/2005/8/layout/list1"/>
    <dgm:cxn modelId="{83BDFB15-EB87-4208-BCA1-B8F24787DEB8}" type="presParOf" srcId="{E66267DB-0F05-447F-96ED-A93353C7F8AB}" destId="{C4292CBC-1A56-4E05-A2BD-95858D941476}" srcOrd="1" destOrd="0" presId="urn:microsoft.com/office/officeart/2005/8/layout/list1"/>
    <dgm:cxn modelId="{DFE900C5-A9DC-4108-A237-015191886C41}" type="presParOf" srcId="{BF1D395A-F630-4931-A1C3-51C6FBA10287}" destId="{A8E3014E-4E32-4997-BBC3-B16190867E7F}" srcOrd="1" destOrd="0" presId="urn:microsoft.com/office/officeart/2005/8/layout/list1"/>
    <dgm:cxn modelId="{AC37F184-E5D7-42BB-B622-1B88C6715DCB}" type="presParOf" srcId="{BF1D395A-F630-4931-A1C3-51C6FBA10287}" destId="{9F2DF29B-79B8-423E-A1E2-7B8FAC8E7AAE}" srcOrd="2" destOrd="0" presId="urn:microsoft.com/office/officeart/2005/8/layout/list1"/>
    <dgm:cxn modelId="{A5B7260B-4F86-4E85-8584-E0E30045AB5F}" type="presParOf" srcId="{BF1D395A-F630-4931-A1C3-51C6FBA10287}" destId="{AB7999C8-A70E-49FA-AAEC-42A7940AEC90}" srcOrd="3" destOrd="0" presId="urn:microsoft.com/office/officeart/2005/8/layout/list1"/>
    <dgm:cxn modelId="{813FA321-BB04-468B-88FA-42834E1069C4}" type="presParOf" srcId="{BF1D395A-F630-4931-A1C3-51C6FBA10287}" destId="{87CD77E1-869E-450E-8D06-8489327BEF6D}" srcOrd="4" destOrd="0" presId="urn:microsoft.com/office/officeart/2005/8/layout/list1"/>
    <dgm:cxn modelId="{2E60A76E-E0D2-499F-854E-B0A7B344F7D5}" type="presParOf" srcId="{87CD77E1-869E-450E-8D06-8489327BEF6D}" destId="{C19D8FB2-150E-4982-802A-401744A5AF6B}" srcOrd="0" destOrd="0" presId="urn:microsoft.com/office/officeart/2005/8/layout/list1"/>
    <dgm:cxn modelId="{A99EFCEB-D317-4B75-B043-EB1E04E4F722}" type="presParOf" srcId="{87CD77E1-869E-450E-8D06-8489327BEF6D}" destId="{E9CDD4CD-5C25-414F-8D54-E0041641025B}" srcOrd="1" destOrd="0" presId="urn:microsoft.com/office/officeart/2005/8/layout/list1"/>
    <dgm:cxn modelId="{D17ED655-393C-46D3-B2FF-B9188275C8FD}" type="presParOf" srcId="{BF1D395A-F630-4931-A1C3-51C6FBA10287}" destId="{00CB6537-8249-4B14-A80B-EA18EBC9373C}" srcOrd="5" destOrd="0" presId="urn:microsoft.com/office/officeart/2005/8/layout/list1"/>
    <dgm:cxn modelId="{1BE49895-F191-4D55-B1EA-4D70D322AE2F}" type="presParOf" srcId="{BF1D395A-F630-4931-A1C3-51C6FBA10287}" destId="{33D1CE9E-D2C7-41EB-934C-F603C7D5B18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031AABB-4036-4CC0-BD73-FF31EF8ECA45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73A9186D-4C08-4BEE-AA90-D0C218260807}">
      <dgm:prSet/>
      <dgm:spPr/>
      <dgm:t>
        <a:bodyPr/>
        <a:lstStyle/>
        <a:p>
          <a:r>
            <a:rPr lang="es-MX" b="1" i="0"/>
            <a:t>Subestimar necesidades:</a:t>
          </a:r>
          <a:endParaRPr lang="en-US"/>
        </a:p>
      </dgm:t>
    </dgm:pt>
    <dgm:pt modelId="{EDDB5F2C-23E8-459C-A625-D1BDD727192C}" type="parTrans" cxnId="{DBE577AC-1952-4F7B-A119-C435BE7B1529}">
      <dgm:prSet/>
      <dgm:spPr/>
      <dgm:t>
        <a:bodyPr/>
        <a:lstStyle/>
        <a:p>
          <a:endParaRPr lang="en-US"/>
        </a:p>
      </dgm:t>
    </dgm:pt>
    <dgm:pt modelId="{1241A1CA-7A2B-4ABB-9828-7D7FD1A888B7}" type="sibTrans" cxnId="{DBE577AC-1952-4F7B-A119-C435BE7B152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239D308-001F-41D5-BF63-9092201FD0F5}">
      <dgm:prSet/>
      <dgm:spPr/>
      <dgm:t>
        <a:bodyPr/>
        <a:lstStyle/>
        <a:p>
          <a:r>
            <a:rPr lang="es-MX" b="0" i="0"/>
            <a:t>Capacidad insuficiente.</a:t>
          </a:r>
          <a:endParaRPr lang="en-US"/>
        </a:p>
      </dgm:t>
    </dgm:pt>
    <dgm:pt modelId="{A91E12EE-15DF-4AD3-8E2F-A9B925386016}" type="parTrans" cxnId="{07B8A784-FEF3-4F9D-B4A1-29A25BE6779E}">
      <dgm:prSet/>
      <dgm:spPr/>
      <dgm:t>
        <a:bodyPr/>
        <a:lstStyle/>
        <a:p>
          <a:endParaRPr lang="en-US"/>
        </a:p>
      </dgm:t>
    </dgm:pt>
    <dgm:pt modelId="{715FF336-CB9C-4095-80E8-525C38FF7468}" type="sibTrans" cxnId="{07B8A784-FEF3-4F9D-B4A1-29A25BE6779E}">
      <dgm:prSet/>
      <dgm:spPr/>
      <dgm:t>
        <a:bodyPr/>
        <a:lstStyle/>
        <a:p>
          <a:endParaRPr lang="en-US"/>
        </a:p>
      </dgm:t>
    </dgm:pt>
    <dgm:pt modelId="{5DF28984-44AB-4AAA-A519-7796E32622D9}">
      <dgm:prSet/>
      <dgm:spPr/>
      <dgm:t>
        <a:bodyPr/>
        <a:lstStyle/>
        <a:p>
          <a:r>
            <a:rPr lang="es-MX" b="1" i="0"/>
            <a:t>Ignorar seguridad:</a:t>
          </a:r>
          <a:endParaRPr lang="en-US"/>
        </a:p>
      </dgm:t>
    </dgm:pt>
    <dgm:pt modelId="{A4327651-A01F-47B4-ACC7-E7B85ADF53F7}" type="parTrans" cxnId="{3FE611E6-1A44-41D5-A3B8-C5B06E98E5A0}">
      <dgm:prSet/>
      <dgm:spPr/>
      <dgm:t>
        <a:bodyPr/>
        <a:lstStyle/>
        <a:p>
          <a:endParaRPr lang="en-US"/>
        </a:p>
      </dgm:t>
    </dgm:pt>
    <dgm:pt modelId="{A5657092-7F11-4615-8ED4-644F29C3AE07}" type="sibTrans" cxnId="{3FE611E6-1A44-41D5-A3B8-C5B06E98E5A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03B1B83-47DF-4EE8-9786-3D945877F115}">
      <dgm:prSet/>
      <dgm:spPr/>
      <dgm:t>
        <a:bodyPr/>
        <a:lstStyle/>
        <a:p>
          <a:r>
            <a:rPr lang="es-MX" b="0" i="0"/>
            <a:t>Falta de encriptación.</a:t>
          </a:r>
          <a:endParaRPr lang="en-US"/>
        </a:p>
      </dgm:t>
    </dgm:pt>
    <dgm:pt modelId="{BE2B0BBE-F3E4-4E5E-B8F1-604692D38B11}" type="parTrans" cxnId="{01975DD5-4D12-447D-98E8-44C5C394A9A4}">
      <dgm:prSet/>
      <dgm:spPr/>
      <dgm:t>
        <a:bodyPr/>
        <a:lstStyle/>
        <a:p>
          <a:endParaRPr lang="en-US"/>
        </a:p>
      </dgm:t>
    </dgm:pt>
    <dgm:pt modelId="{81EB5ECC-EBF7-46C4-9064-A6DAA72B6611}" type="sibTrans" cxnId="{01975DD5-4D12-447D-98E8-44C5C394A9A4}">
      <dgm:prSet/>
      <dgm:spPr/>
      <dgm:t>
        <a:bodyPr/>
        <a:lstStyle/>
        <a:p>
          <a:endParaRPr lang="en-US"/>
        </a:p>
      </dgm:t>
    </dgm:pt>
    <dgm:pt modelId="{1ACBB766-D12C-4EEC-B777-9FBAD57765DB}">
      <dgm:prSet/>
      <dgm:spPr/>
      <dgm:t>
        <a:bodyPr/>
        <a:lstStyle/>
        <a:p>
          <a:r>
            <a:rPr lang="es-MX" b="1" i="0"/>
            <a:t>No planificar la escalabilidad:</a:t>
          </a:r>
          <a:endParaRPr lang="en-US"/>
        </a:p>
      </dgm:t>
    </dgm:pt>
    <dgm:pt modelId="{0F00D214-5FAF-4864-9AAA-BA9E40F910B0}" type="parTrans" cxnId="{A6E0A13C-C1F5-49AE-94FD-2763503EB456}">
      <dgm:prSet/>
      <dgm:spPr/>
      <dgm:t>
        <a:bodyPr/>
        <a:lstStyle/>
        <a:p>
          <a:endParaRPr lang="en-US"/>
        </a:p>
      </dgm:t>
    </dgm:pt>
    <dgm:pt modelId="{ACDAB134-29DE-4A14-BE95-6B22EBF9234C}" type="sibTrans" cxnId="{A6E0A13C-C1F5-49AE-94FD-2763503EB45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127883A-4518-497F-8F43-31874F8D9392}">
      <dgm:prSet/>
      <dgm:spPr/>
      <dgm:t>
        <a:bodyPr/>
        <a:lstStyle/>
        <a:p>
          <a:r>
            <a:rPr lang="es-MX" b="0" i="0"/>
            <a:t>Crecimiento imprevisto.</a:t>
          </a:r>
          <a:endParaRPr lang="en-US"/>
        </a:p>
      </dgm:t>
    </dgm:pt>
    <dgm:pt modelId="{F5AD30C0-3FB4-47FD-BAC0-AA7AFC5DC150}" type="parTrans" cxnId="{645B35EB-8361-4097-BE2F-1413CE872DB2}">
      <dgm:prSet/>
      <dgm:spPr/>
      <dgm:t>
        <a:bodyPr/>
        <a:lstStyle/>
        <a:p>
          <a:endParaRPr lang="en-US"/>
        </a:p>
      </dgm:t>
    </dgm:pt>
    <dgm:pt modelId="{0D62CB63-D434-429D-BFD6-C07131CBE2CD}" type="sibTrans" cxnId="{645B35EB-8361-4097-BE2F-1413CE872DB2}">
      <dgm:prSet/>
      <dgm:spPr/>
      <dgm:t>
        <a:bodyPr/>
        <a:lstStyle/>
        <a:p>
          <a:endParaRPr lang="en-US"/>
        </a:p>
      </dgm:t>
    </dgm:pt>
    <dgm:pt modelId="{5BEDD0CA-EB24-4B49-886D-39C37E04F292}" type="pres">
      <dgm:prSet presAssocID="{C031AABB-4036-4CC0-BD73-FF31EF8ECA45}" presName="Name0" presStyleCnt="0">
        <dgm:presLayoutVars>
          <dgm:animLvl val="lvl"/>
          <dgm:resizeHandles val="exact"/>
        </dgm:presLayoutVars>
      </dgm:prSet>
      <dgm:spPr/>
    </dgm:pt>
    <dgm:pt modelId="{A78F4C4B-82DC-4E55-9C4D-EFD91483ADB8}" type="pres">
      <dgm:prSet presAssocID="{73A9186D-4C08-4BEE-AA90-D0C218260807}" presName="compositeNode" presStyleCnt="0">
        <dgm:presLayoutVars>
          <dgm:bulletEnabled val="1"/>
        </dgm:presLayoutVars>
      </dgm:prSet>
      <dgm:spPr/>
    </dgm:pt>
    <dgm:pt modelId="{0E5ADAF1-B2FD-4C55-BBB5-61B266508D13}" type="pres">
      <dgm:prSet presAssocID="{73A9186D-4C08-4BEE-AA90-D0C218260807}" presName="bgRect" presStyleLbl="bgAccFollowNode1" presStyleIdx="0" presStyleCnt="3"/>
      <dgm:spPr/>
    </dgm:pt>
    <dgm:pt modelId="{B92D770D-D868-408B-9808-DFE9424696EB}" type="pres">
      <dgm:prSet presAssocID="{1241A1CA-7A2B-4ABB-9828-7D7FD1A888B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0365F8E-C877-4E30-9455-755908E4037B}" type="pres">
      <dgm:prSet presAssocID="{73A9186D-4C08-4BEE-AA90-D0C218260807}" presName="bottomLine" presStyleLbl="alignNode1" presStyleIdx="1" presStyleCnt="6">
        <dgm:presLayoutVars/>
      </dgm:prSet>
      <dgm:spPr/>
    </dgm:pt>
    <dgm:pt modelId="{7A77D52B-1190-4530-897F-B1209B3A53B2}" type="pres">
      <dgm:prSet presAssocID="{73A9186D-4C08-4BEE-AA90-D0C218260807}" presName="nodeText" presStyleLbl="bgAccFollowNode1" presStyleIdx="0" presStyleCnt="3">
        <dgm:presLayoutVars>
          <dgm:bulletEnabled val="1"/>
        </dgm:presLayoutVars>
      </dgm:prSet>
      <dgm:spPr/>
    </dgm:pt>
    <dgm:pt modelId="{CEAB65D1-5745-475B-B3B7-5720AD924DB6}" type="pres">
      <dgm:prSet presAssocID="{1241A1CA-7A2B-4ABB-9828-7D7FD1A888B7}" presName="sibTrans" presStyleCnt="0"/>
      <dgm:spPr/>
    </dgm:pt>
    <dgm:pt modelId="{2477F7CE-28C1-4AAE-8ADA-78F01F564BCF}" type="pres">
      <dgm:prSet presAssocID="{5DF28984-44AB-4AAA-A519-7796E32622D9}" presName="compositeNode" presStyleCnt="0">
        <dgm:presLayoutVars>
          <dgm:bulletEnabled val="1"/>
        </dgm:presLayoutVars>
      </dgm:prSet>
      <dgm:spPr/>
    </dgm:pt>
    <dgm:pt modelId="{6A49CF07-F01C-4FF2-A5D6-7AD0E4A99E17}" type="pres">
      <dgm:prSet presAssocID="{5DF28984-44AB-4AAA-A519-7796E32622D9}" presName="bgRect" presStyleLbl="bgAccFollowNode1" presStyleIdx="1" presStyleCnt="3"/>
      <dgm:spPr/>
    </dgm:pt>
    <dgm:pt modelId="{47CD352D-DB45-42D9-967C-25D6D925CA85}" type="pres">
      <dgm:prSet presAssocID="{A5657092-7F11-4615-8ED4-644F29C3AE0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67D9697-D29D-4DE0-96E8-3C1EC48E2083}" type="pres">
      <dgm:prSet presAssocID="{5DF28984-44AB-4AAA-A519-7796E32622D9}" presName="bottomLine" presStyleLbl="alignNode1" presStyleIdx="3" presStyleCnt="6">
        <dgm:presLayoutVars/>
      </dgm:prSet>
      <dgm:spPr/>
    </dgm:pt>
    <dgm:pt modelId="{80FCFFA1-7C22-4F6F-95DE-7D940C02FFB3}" type="pres">
      <dgm:prSet presAssocID="{5DF28984-44AB-4AAA-A519-7796E32622D9}" presName="nodeText" presStyleLbl="bgAccFollowNode1" presStyleIdx="1" presStyleCnt="3">
        <dgm:presLayoutVars>
          <dgm:bulletEnabled val="1"/>
        </dgm:presLayoutVars>
      </dgm:prSet>
      <dgm:spPr/>
    </dgm:pt>
    <dgm:pt modelId="{CAACD8F2-9848-4444-BAA4-B4CCAB2FF7AD}" type="pres">
      <dgm:prSet presAssocID="{A5657092-7F11-4615-8ED4-644F29C3AE07}" presName="sibTrans" presStyleCnt="0"/>
      <dgm:spPr/>
    </dgm:pt>
    <dgm:pt modelId="{2A4877A7-C054-4D0A-BAAD-6DABA77F85DC}" type="pres">
      <dgm:prSet presAssocID="{1ACBB766-D12C-4EEC-B777-9FBAD57765DB}" presName="compositeNode" presStyleCnt="0">
        <dgm:presLayoutVars>
          <dgm:bulletEnabled val="1"/>
        </dgm:presLayoutVars>
      </dgm:prSet>
      <dgm:spPr/>
    </dgm:pt>
    <dgm:pt modelId="{853417FF-368D-4CBC-A604-FF933CA7AE08}" type="pres">
      <dgm:prSet presAssocID="{1ACBB766-D12C-4EEC-B777-9FBAD57765DB}" presName="bgRect" presStyleLbl="bgAccFollowNode1" presStyleIdx="2" presStyleCnt="3"/>
      <dgm:spPr/>
    </dgm:pt>
    <dgm:pt modelId="{D323E3E8-06AE-4D77-B3DA-F9DF8BEF73C5}" type="pres">
      <dgm:prSet presAssocID="{ACDAB134-29DE-4A14-BE95-6B22EBF9234C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A37EDCEC-8498-4896-869D-1D6FDB5BC914}" type="pres">
      <dgm:prSet presAssocID="{1ACBB766-D12C-4EEC-B777-9FBAD57765DB}" presName="bottomLine" presStyleLbl="alignNode1" presStyleIdx="5" presStyleCnt="6">
        <dgm:presLayoutVars/>
      </dgm:prSet>
      <dgm:spPr/>
    </dgm:pt>
    <dgm:pt modelId="{EA71D262-F02E-42DE-B45A-ED511E8E0E64}" type="pres">
      <dgm:prSet presAssocID="{1ACBB766-D12C-4EEC-B777-9FBAD57765D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4089850C-737B-4C71-88F2-840D28873BC6}" type="presOf" srcId="{5127883A-4518-497F-8F43-31874F8D9392}" destId="{EA71D262-F02E-42DE-B45A-ED511E8E0E64}" srcOrd="0" destOrd="1" presId="urn:microsoft.com/office/officeart/2016/7/layout/BasicLinearProcessNumbered"/>
    <dgm:cxn modelId="{DA8ED91F-D32D-4744-9B17-C0DF715F0B21}" type="presOf" srcId="{5DF28984-44AB-4AAA-A519-7796E32622D9}" destId="{80FCFFA1-7C22-4F6F-95DE-7D940C02FFB3}" srcOrd="1" destOrd="0" presId="urn:microsoft.com/office/officeart/2016/7/layout/BasicLinearProcessNumbered"/>
    <dgm:cxn modelId="{1F860A20-64DB-450D-B341-B8206684807B}" type="presOf" srcId="{1ACBB766-D12C-4EEC-B777-9FBAD57765DB}" destId="{853417FF-368D-4CBC-A604-FF933CA7AE08}" srcOrd="0" destOrd="0" presId="urn:microsoft.com/office/officeart/2016/7/layout/BasicLinearProcessNumbered"/>
    <dgm:cxn modelId="{2259A030-176D-47B2-A8D6-CE767DA558F6}" type="presOf" srcId="{C031AABB-4036-4CC0-BD73-FF31EF8ECA45}" destId="{5BEDD0CA-EB24-4B49-886D-39C37E04F292}" srcOrd="0" destOrd="0" presId="urn:microsoft.com/office/officeart/2016/7/layout/BasicLinearProcessNumbered"/>
    <dgm:cxn modelId="{A6E0A13C-C1F5-49AE-94FD-2763503EB456}" srcId="{C031AABB-4036-4CC0-BD73-FF31EF8ECA45}" destId="{1ACBB766-D12C-4EEC-B777-9FBAD57765DB}" srcOrd="2" destOrd="0" parTransId="{0F00D214-5FAF-4864-9AAA-BA9E40F910B0}" sibTransId="{ACDAB134-29DE-4A14-BE95-6B22EBF9234C}"/>
    <dgm:cxn modelId="{67AD3A5E-6030-4772-9821-DD38F148CDFE}" type="presOf" srcId="{A5657092-7F11-4615-8ED4-644F29C3AE07}" destId="{47CD352D-DB45-42D9-967C-25D6D925CA85}" srcOrd="0" destOrd="0" presId="urn:microsoft.com/office/officeart/2016/7/layout/BasicLinearProcessNumbered"/>
    <dgm:cxn modelId="{9F5D0B6C-7F87-421A-A050-F46F9E6D7710}" type="presOf" srcId="{73A9186D-4C08-4BEE-AA90-D0C218260807}" destId="{7A77D52B-1190-4530-897F-B1209B3A53B2}" srcOrd="1" destOrd="0" presId="urn:microsoft.com/office/officeart/2016/7/layout/BasicLinearProcessNumbered"/>
    <dgm:cxn modelId="{38EA486F-6C55-4ED8-A996-5206CE9D9A75}" type="presOf" srcId="{5DF28984-44AB-4AAA-A519-7796E32622D9}" destId="{6A49CF07-F01C-4FF2-A5D6-7AD0E4A99E17}" srcOrd="0" destOrd="0" presId="urn:microsoft.com/office/officeart/2016/7/layout/BasicLinearProcessNumbered"/>
    <dgm:cxn modelId="{07B8A784-FEF3-4F9D-B4A1-29A25BE6779E}" srcId="{73A9186D-4C08-4BEE-AA90-D0C218260807}" destId="{B239D308-001F-41D5-BF63-9092201FD0F5}" srcOrd="0" destOrd="0" parTransId="{A91E12EE-15DF-4AD3-8E2F-A9B925386016}" sibTransId="{715FF336-CB9C-4095-80E8-525C38FF7468}"/>
    <dgm:cxn modelId="{DBE577AC-1952-4F7B-A119-C435BE7B1529}" srcId="{C031AABB-4036-4CC0-BD73-FF31EF8ECA45}" destId="{73A9186D-4C08-4BEE-AA90-D0C218260807}" srcOrd="0" destOrd="0" parTransId="{EDDB5F2C-23E8-459C-A625-D1BDD727192C}" sibTransId="{1241A1CA-7A2B-4ABB-9828-7D7FD1A888B7}"/>
    <dgm:cxn modelId="{D43B46AE-7E64-4F5D-9440-167BCBA8CB4E}" type="presOf" srcId="{1ACBB766-D12C-4EEC-B777-9FBAD57765DB}" destId="{EA71D262-F02E-42DE-B45A-ED511E8E0E64}" srcOrd="1" destOrd="0" presId="urn:microsoft.com/office/officeart/2016/7/layout/BasicLinearProcessNumbered"/>
    <dgm:cxn modelId="{EE672EB0-CD27-4ABF-B998-3A1E86B876F1}" type="presOf" srcId="{B239D308-001F-41D5-BF63-9092201FD0F5}" destId="{7A77D52B-1190-4530-897F-B1209B3A53B2}" srcOrd="0" destOrd="1" presId="urn:microsoft.com/office/officeart/2016/7/layout/BasicLinearProcessNumbered"/>
    <dgm:cxn modelId="{45847DCC-7A38-4B65-91FB-18BD4D8EF369}" type="presOf" srcId="{1241A1CA-7A2B-4ABB-9828-7D7FD1A888B7}" destId="{B92D770D-D868-408B-9808-DFE9424696EB}" srcOrd="0" destOrd="0" presId="urn:microsoft.com/office/officeart/2016/7/layout/BasicLinearProcessNumbered"/>
    <dgm:cxn modelId="{01975DD5-4D12-447D-98E8-44C5C394A9A4}" srcId="{5DF28984-44AB-4AAA-A519-7796E32622D9}" destId="{203B1B83-47DF-4EE8-9786-3D945877F115}" srcOrd="0" destOrd="0" parTransId="{BE2B0BBE-F3E4-4E5E-B8F1-604692D38B11}" sibTransId="{81EB5ECC-EBF7-46C4-9064-A6DAA72B6611}"/>
    <dgm:cxn modelId="{3507DDD8-4BCD-4FA0-A4E6-71D363D3D1D1}" type="presOf" srcId="{203B1B83-47DF-4EE8-9786-3D945877F115}" destId="{80FCFFA1-7C22-4F6F-95DE-7D940C02FFB3}" srcOrd="0" destOrd="1" presId="urn:microsoft.com/office/officeart/2016/7/layout/BasicLinearProcessNumbered"/>
    <dgm:cxn modelId="{ABFBAEE2-1496-446A-B56A-8AB849ADD1EC}" type="presOf" srcId="{ACDAB134-29DE-4A14-BE95-6B22EBF9234C}" destId="{D323E3E8-06AE-4D77-B3DA-F9DF8BEF73C5}" srcOrd="0" destOrd="0" presId="urn:microsoft.com/office/officeart/2016/7/layout/BasicLinearProcessNumbered"/>
    <dgm:cxn modelId="{6CB265E5-97E9-432F-85AF-E61EE48D1CFC}" type="presOf" srcId="{73A9186D-4C08-4BEE-AA90-D0C218260807}" destId="{0E5ADAF1-B2FD-4C55-BBB5-61B266508D13}" srcOrd="0" destOrd="0" presId="urn:microsoft.com/office/officeart/2016/7/layout/BasicLinearProcessNumbered"/>
    <dgm:cxn modelId="{3FE611E6-1A44-41D5-A3B8-C5B06E98E5A0}" srcId="{C031AABB-4036-4CC0-BD73-FF31EF8ECA45}" destId="{5DF28984-44AB-4AAA-A519-7796E32622D9}" srcOrd="1" destOrd="0" parTransId="{A4327651-A01F-47B4-ACC7-E7B85ADF53F7}" sibTransId="{A5657092-7F11-4615-8ED4-644F29C3AE07}"/>
    <dgm:cxn modelId="{645B35EB-8361-4097-BE2F-1413CE872DB2}" srcId="{1ACBB766-D12C-4EEC-B777-9FBAD57765DB}" destId="{5127883A-4518-497F-8F43-31874F8D9392}" srcOrd="0" destOrd="0" parTransId="{F5AD30C0-3FB4-47FD-BAC0-AA7AFC5DC150}" sibTransId="{0D62CB63-D434-429D-BFD6-C07131CBE2CD}"/>
    <dgm:cxn modelId="{7A395151-FFF7-4AAA-BA36-BE9EEE97E18E}" type="presParOf" srcId="{5BEDD0CA-EB24-4B49-886D-39C37E04F292}" destId="{A78F4C4B-82DC-4E55-9C4D-EFD91483ADB8}" srcOrd="0" destOrd="0" presId="urn:microsoft.com/office/officeart/2016/7/layout/BasicLinearProcessNumbered"/>
    <dgm:cxn modelId="{C6A8855A-5F3E-4D81-8D33-6D908888606F}" type="presParOf" srcId="{A78F4C4B-82DC-4E55-9C4D-EFD91483ADB8}" destId="{0E5ADAF1-B2FD-4C55-BBB5-61B266508D13}" srcOrd="0" destOrd="0" presId="urn:microsoft.com/office/officeart/2016/7/layout/BasicLinearProcessNumbered"/>
    <dgm:cxn modelId="{4C8EA50B-37A7-4DFF-A412-316D985988A0}" type="presParOf" srcId="{A78F4C4B-82DC-4E55-9C4D-EFD91483ADB8}" destId="{B92D770D-D868-408B-9808-DFE9424696EB}" srcOrd="1" destOrd="0" presId="urn:microsoft.com/office/officeart/2016/7/layout/BasicLinearProcessNumbered"/>
    <dgm:cxn modelId="{6997819B-A092-4218-8798-8D3ADD1E80AA}" type="presParOf" srcId="{A78F4C4B-82DC-4E55-9C4D-EFD91483ADB8}" destId="{70365F8E-C877-4E30-9455-755908E4037B}" srcOrd="2" destOrd="0" presId="urn:microsoft.com/office/officeart/2016/7/layout/BasicLinearProcessNumbered"/>
    <dgm:cxn modelId="{85F19C59-A0A8-4A84-A920-14A01C673F40}" type="presParOf" srcId="{A78F4C4B-82DC-4E55-9C4D-EFD91483ADB8}" destId="{7A77D52B-1190-4530-897F-B1209B3A53B2}" srcOrd="3" destOrd="0" presId="urn:microsoft.com/office/officeart/2016/7/layout/BasicLinearProcessNumbered"/>
    <dgm:cxn modelId="{12E31F2E-B2CF-4B50-A729-8716486B9F58}" type="presParOf" srcId="{5BEDD0CA-EB24-4B49-886D-39C37E04F292}" destId="{CEAB65D1-5745-475B-B3B7-5720AD924DB6}" srcOrd="1" destOrd="0" presId="urn:microsoft.com/office/officeart/2016/7/layout/BasicLinearProcessNumbered"/>
    <dgm:cxn modelId="{406E1BC7-8D48-49FD-A90B-A3F2E3465C24}" type="presParOf" srcId="{5BEDD0CA-EB24-4B49-886D-39C37E04F292}" destId="{2477F7CE-28C1-4AAE-8ADA-78F01F564BCF}" srcOrd="2" destOrd="0" presId="urn:microsoft.com/office/officeart/2016/7/layout/BasicLinearProcessNumbered"/>
    <dgm:cxn modelId="{EC73E6EB-7C24-4768-AB74-DFD1EA83C745}" type="presParOf" srcId="{2477F7CE-28C1-4AAE-8ADA-78F01F564BCF}" destId="{6A49CF07-F01C-4FF2-A5D6-7AD0E4A99E17}" srcOrd="0" destOrd="0" presId="urn:microsoft.com/office/officeart/2016/7/layout/BasicLinearProcessNumbered"/>
    <dgm:cxn modelId="{ED0E343E-A457-47BF-9F6F-547019B6959C}" type="presParOf" srcId="{2477F7CE-28C1-4AAE-8ADA-78F01F564BCF}" destId="{47CD352D-DB45-42D9-967C-25D6D925CA85}" srcOrd="1" destOrd="0" presId="urn:microsoft.com/office/officeart/2016/7/layout/BasicLinearProcessNumbered"/>
    <dgm:cxn modelId="{3749EC61-CD83-4633-9A6D-4FB849346A95}" type="presParOf" srcId="{2477F7CE-28C1-4AAE-8ADA-78F01F564BCF}" destId="{767D9697-D29D-4DE0-96E8-3C1EC48E2083}" srcOrd="2" destOrd="0" presId="urn:microsoft.com/office/officeart/2016/7/layout/BasicLinearProcessNumbered"/>
    <dgm:cxn modelId="{F8F8E96B-3A6C-4F6D-975A-DF610A39E697}" type="presParOf" srcId="{2477F7CE-28C1-4AAE-8ADA-78F01F564BCF}" destId="{80FCFFA1-7C22-4F6F-95DE-7D940C02FFB3}" srcOrd="3" destOrd="0" presId="urn:microsoft.com/office/officeart/2016/7/layout/BasicLinearProcessNumbered"/>
    <dgm:cxn modelId="{015201AB-9E85-4B88-A299-06297A0ED9E8}" type="presParOf" srcId="{5BEDD0CA-EB24-4B49-886D-39C37E04F292}" destId="{CAACD8F2-9848-4444-BAA4-B4CCAB2FF7AD}" srcOrd="3" destOrd="0" presId="urn:microsoft.com/office/officeart/2016/7/layout/BasicLinearProcessNumbered"/>
    <dgm:cxn modelId="{1CD1B739-95DA-4F94-8720-D5F434BA9FCE}" type="presParOf" srcId="{5BEDD0CA-EB24-4B49-886D-39C37E04F292}" destId="{2A4877A7-C054-4D0A-BAAD-6DABA77F85DC}" srcOrd="4" destOrd="0" presId="urn:microsoft.com/office/officeart/2016/7/layout/BasicLinearProcessNumbered"/>
    <dgm:cxn modelId="{34AB18B1-6C39-408F-833F-90FD3AD33ACE}" type="presParOf" srcId="{2A4877A7-C054-4D0A-BAAD-6DABA77F85DC}" destId="{853417FF-368D-4CBC-A604-FF933CA7AE08}" srcOrd="0" destOrd="0" presId="urn:microsoft.com/office/officeart/2016/7/layout/BasicLinearProcessNumbered"/>
    <dgm:cxn modelId="{B907B97F-4AC0-475C-A112-E83E66662618}" type="presParOf" srcId="{2A4877A7-C054-4D0A-BAAD-6DABA77F85DC}" destId="{D323E3E8-06AE-4D77-B3DA-F9DF8BEF73C5}" srcOrd="1" destOrd="0" presId="urn:microsoft.com/office/officeart/2016/7/layout/BasicLinearProcessNumbered"/>
    <dgm:cxn modelId="{3CD9C3A1-7C01-4215-903C-C2F34907DE93}" type="presParOf" srcId="{2A4877A7-C054-4D0A-BAAD-6DABA77F85DC}" destId="{A37EDCEC-8498-4896-869D-1D6FDB5BC914}" srcOrd="2" destOrd="0" presId="urn:microsoft.com/office/officeart/2016/7/layout/BasicLinearProcessNumbered"/>
    <dgm:cxn modelId="{8D6CF433-253B-4413-AB9D-1B934C2CDD6D}" type="presParOf" srcId="{2A4877A7-C054-4D0A-BAAD-6DABA77F85DC}" destId="{EA71D262-F02E-42DE-B45A-ED511E8E0E6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AA9E4-9B9E-4D92-90B2-B281D626915B}">
      <dsp:nvSpPr>
        <dsp:cNvPr id="0" name=""/>
        <dsp:cNvSpPr/>
      </dsp:nvSpPr>
      <dsp:spPr>
        <a:xfrm>
          <a:off x="750352" y="199529"/>
          <a:ext cx="2196000" cy="2196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F66941-26E6-41D3-80AB-41C76119C178}">
      <dsp:nvSpPr>
        <dsp:cNvPr id="0" name=""/>
        <dsp:cNvSpPr/>
      </dsp:nvSpPr>
      <dsp:spPr>
        <a:xfrm>
          <a:off x="1218352" y="66752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B9149-0813-4FEF-80E8-3C09BF1584C8}">
      <dsp:nvSpPr>
        <dsp:cNvPr id="0" name=""/>
        <dsp:cNvSpPr/>
      </dsp:nvSpPr>
      <dsp:spPr>
        <a:xfrm>
          <a:off x="48352" y="3079530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300" b="1" kern="1200" dirty="0">
              <a:solidFill>
                <a:schemeClr val="bg1"/>
              </a:solidFill>
            </a:rPr>
            <a:t>Almacenamiento en red</a:t>
          </a:r>
          <a:r>
            <a:rPr lang="es-MX" sz="1300" kern="1200" dirty="0">
              <a:solidFill>
                <a:schemeClr val="bg1"/>
              </a:solidFill>
            </a:rPr>
            <a:t>: Sistemas que permiten almacenar y acceder a datos a través de una red, en lugar de hacerlo directamente desde un dispositivo local</a:t>
          </a:r>
          <a:r>
            <a:rPr lang="es-MX" sz="1300" kern="1200" dirty="0"/>
            <a:t>.</a:t>
          </a:r>
          <a:endParaRPr lang="en-US" sz="1300" kern="1200" dirty="0"/>
        </a:p>
      </dsp:txBody>
      <dsp:txXfrm>
        <a:off x="48352" y="3079530"/>
        <a:ext cx="3600000" cy="720000"/>
      </dsp:txXfrm>
    </dsp:sp>
    <dsp:sp modelId="{B7589308-7300-418A-BCBA-B6F005DE2A2C}">
      <dsp:nvSpPr>
        <dsp:cNvPr id="0" name=""/>
        <dsp:cNvSpPr/>
      </dsp:nvSpPr>
      <dsp:spPr>
        <a:xfrm>
          <a:off x="4980352" y="199529"/>
          <a:ext cx="2196000" cy="2196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80470-EED0-47F4-AEDF-92640070829C}">
      <dsp:nvSpPr>
        <dsp:cNvPr id="0" name=""/>
        <dsp:cNvSpPr/>
      </dsp:nvSpPr>
      <dsp:spPr>
        <a:xfrm>
          <a:off x="5448352" y="66752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1F4C0-08CA-4B82-8545-FD4229A0506D}">
      <dsp:nvSpPr>
        <dsp:cNvPr id="0" name=""/>
        <dsp:cNvSpPr/>
      </dsp:nvSpPr>
      <dsp:spPr>
        <a:xfrm>
          <a:off x="4278352" y="3079530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GT" sz="1300" b="1" kern="1200" dirty="0">
              <a:solidFill>
                <a:schemeClr val="bg1"/>
              </a:solidFill>
            </a:rPr>
            <a:t>Almacenamiento local</a:t>
          </a:r>
          <a:r>
            <a:rPr lang="es-GT" sz="1300" kern="1200" dirty="0">
              <a:solidFill>
                <a:schemeClr val="bg1"/>
              </a:solidFill>
            </a:rPr>
            <a:t>: Datos almacenados en dispositivos físicos conectados directamente a una computadora (ejemplo: discos duros internos).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4278352" y="3079530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1516D-9FD6-48D2-AA07-C6D2134E99D0}">
      <dsp:nvSpPr>
        <dsp:cNvPr id="0" name=""/>
        <dsp:cNvSpPr/>
      </dsp:nvSpPr>
      <dsp:spPr>
        <a:xfrm>
          <a:off x="0" y="1509"/>
          <a:ext cx="10972800" cy="76499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A0284-5E9C-4819-BDC2-D4ACAE608C99}">
      <dsp:nvSpPr>
        <dsp:cNvPr id="0" name=""/>
        <dsp:cNvSpPr/>
      </dsp:nvSpPr>
      <dsp:spPr>
        <a:xfrm>
          <a:off x="231410" y="173633"/>
          <a:ext cx="420746" cy="4207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0697D-6B6C-4083-BA37-83057665F778}">
      <dsp:nvSpPr>
        <dsp:cNvPr id="0" name=""/>
        <dsp:cNvSpPr/>
      </dsp:nvSpPr>
      <dsp:spPr>
        <a:xfrm>
          <a:off x="883568" y="1509"/>
          <a:ext cx="10089231" cy="764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62" tIns="80962" rIns="80962" bIns="809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DAS (Direct-Attached Storage): </a:t>
          </a:r>
          <a:r>
            <a:rPr lang="es-MX" sz="1700" kern="1200"/>
            <a:t>Almacenamiento conectado directamente a un servidor o computadora.</a:t>
          </a:r>
          <a:endParaRPr lang="en-US" sz="1700" kern="1200"/>
        </a:p>
      </dsp:txBody>
      <dsp:txXfrm>
        <a:off x="883568" y="1509"/>
        <a:ext cx="10089231" cy="764993"/>
      </dsp:txXfrm>
    </dsp:sp>
    <dsp:sp modelId="{116AF60B-D269-437C-91A4-17D352A25856}">
      <dsp:nvSpPr>
        <dsp:cNvPr id="0" name=""/>
        <dsp:cNvSpPr/>
      </dsp:nvSpPr>
      <dsp:spPr>
        <a:xfrm>
          <a:off x="0" y="957751"/>
          <a:ext cx="10972800" cy="76499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E0F86-7505-4BE3-8A9F-640317150049}">
      <dsp:nvSpPr>
        <dsp:cNvPr id="0" name=""/>
        <dsp:cNvSpPr/>
      </dsp:nvSpPr>
      <dsp:spPr>
        <a:xfrm>
          <a:off x="231410" y="1129875"/>
          <a:ext cx="420746" cy="4207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CCFEE-0684-4AC1-9557-65B861292BA0}">
      <dsp:nvSpPr>
        <dsp:cNvPr id="0" name=""/>
        <dsp:cNvSpPr/>
      </dsp:nvSpPr>
      <dsp:spPr>
        <a:xfrm>
          <a:off x="883568" y="957751"/>
          <a:ext cx="10089231" cy="764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62" tIns="80962" rIns="80962" bIns="809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NAS (Network-Attached Storage): </a:t>
          </a:r>
          <a:r>
            <a:rPr lang="es-MX" sz="1700" kern="1200"/>
            <a:t>Dispositivos de almacenamiento conectados a una red, accesibles por múltiples usuarios.</a:t>
          </a:r>
          <a:endParaRPr lang="en-US" sz="1700" kern="1200"/>
        </a:p>
      </dsp:txBody>
      <dsp:txXfrm>
        <a:off x="883568" y="957751"/>
        <a:ext cx="10089231" cy="764993"/>
      </dsp:txXfrm>
    </dsp:sp>
    <dsp:sp modelId="{273B6223-1122-4108-B436-05D1234861E8}">
      <dsp:nvSpPr>
        <dsp:cNvPr id="0" name=""/>
        <dsp:cNvSpPr/>
      </dsp:nvSpPr>
      <dsp:spPr>
        <a:xfrm>
          <a:off x="0" y="1913994"/>
          <a:ext cx="10972800" cy="76499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2C05A-CF04-4CB7-A372-9EB3B354BBA2}">
      <dsp:nvSpPr>
        <dsp:cNvPr id="0" name=""/>
        <dsp:cNvSpPr/>
      </dsp:nvSpPr>
      <dsp:spPr>
        <a:xfrm>
          <a:off x="231410" y="2086117"/>
          <a:ext cx="420746" cy="4207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DCB38-E99F-4170-BC14-647B14544DE2}">
      <dsp:nvSpPr>
        <dsp:cNvPr id="0" name=""/>
        <dsp:cNvSpPr/>
      </dsp:nvSpPr>
      <dsp:spPr>
        <a:xfrm>
          <a:off x="883568" y="1913994"/>
          <a:ext cx="10089231" cy="764993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62" tIns="80962" rIns="80962" bIns="809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/>
            <a:t>SAN (Storage </a:t>
          </a:r>
          <a:r>
            <a:rPr lang="es-MX" sz="1700" b="1" kern="1200" dirty="0" err="1"/>
            <a:t>Area</a:t>
          </a:r>
          <a:r>
            <a:rPr lang="es-MX" sz="1700" b="1" kern="1200" dirty="0"/>
            <a:t> Network): </a:t>
          </a:r>
          <a:r>
            <a:rPr lang="es-MX" sz="1700" kern="1200" dirty="0"/>
            <a:t>Red dedicada de alta velocidad que conecta servidores y unidades de almacenamiento.</a:t>
          </a:r>
          <a:endParaRPr lang="en-US" sz="1700" kern="1200" dirty="0"/>
        </a:p>
      </dsp:txBody>
      <dsp:txXfrm>
        <a:off x="883568" y="1913994"/>
        <a:ext cx="10089231" cy="764993"/>
      </dsp:txXfrm>
    </dsp:sp>
    <dsp:sp modelId="{AE5E6704-7C81-4E80-873F-E330607F4AA4}">
      <dsp:nvSpPr>
        <dsp:cNvPr id="0" name=""/>
        <dsp:cNvSpPr/>
      </dsp:nvSpPr>
      <dsp:spPr>
        <a:xfrm>
          <a:off x="0" y="2870236"/>
          <a:ext cx="10972800" cy="76499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9C6A6-B886-4C51-95F4-06862E80A75E}">
      <dsp:nvSpPr>
        <dsp:cNvPr id="0" name=""/>
        <dsp:cNvSpPr/>
      </dsp:nvSpPr>
      <dsp:spPr>
        <a:xfrm>
          <a:off x="231410" y="3042360"/>
          <a:ext cx="420746" cy="4207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11FCA-2E75-42B0-B5D7-B2394755561C}">
      <dsp:nvSpPr>
        <dsp:cNvPr id="0" name=""/>
        <dsp:cNvSpPr/>
      </dsp:nvSpPr>
      <dsp:spPr>
        <a:xfrm>
          <a:off x="883568" y="2870236"/>
          <a:ext cx="10089231" cy="764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62" tIns="80962" rIns="80962" bIns="809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Almacenamiento en la nube: </a:t>
          </a:r>
          <a:r>
            <a:rPr lang="es-MX" sz="1700" kern="1200"/>
            <a:t>Datos almacenados en servidores remotos accesibles a través de Internet.</a:t>
          </a:r>
          <a:br>
            <a:rPr lang="es-MX" sz="1700" kern="1200"/>
          </a:br>
          <a:endParaRPr lang="en-US" sz="1700" kern="1200"/>
        </a:p>
      </dsp:txBody>
      <dsp:txXfrm>
        <a:off x="883568" y="2870236"/>
        <a:ext cx="10089231" cy="7649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10A06-27EB-4C21-80F2-FBB79F32ADDA}">
      <dsp:nvSpPr>
        <dsp:cNvPr id="0" name=""/>
        <dsp:cNvSpPr/>
      </dsp:nvSpPr>
      <dsp:spPr>
        <a:xfrm>
          <a:off x="0" y="488"/>
          <a:ext cx="7926705" cy="1142309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67173-2012-476D-80E6-4369E01BA61D}">
      <dsp:nvSpPr>
        <dsp:cNvPr id="0" name=""/>
        <dsp:cNvSpPr/>
      </dsp:nvSpPr>
      <dsp:spPr>
        <a:xfrm>
          <a:off x="345548" y="257507"/>
          <a:ext cx="628270" cy="6282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B4FEF-237C-4E6B-A48C-60DB1B592A94}">
      <dsp:nvSpPr>
        <dsp:cNvPr id="0" name=""/>
        <dsp:cNvSpPr/>
      </dsp:nvSpPr>
      <dsp:spPr>
        <a:xfrm>
          <a:off x="1319367" y="488"/>
          <a:ext cx="6607337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kern="1200" dirty="0"/>
            <a:t>Rendimiento</a:t>
          </a:r>
          <a:r>
            <a:rPr lang="es-MX" sz="2500" kern="1200" dirty="0"/>
            <a:t>: SAN es más rápido que NAS.</a:t>
          </a:r>
          <a:endParaRPr lang="en-US" sz="2500" kern="1200" dirty="0"/>
        </a:p>
      </dsp:txBody>
      <dsp:txXfrm>
        <a:off x="1319367" y="488"/>
        <a:ext cx="6607337" cy="1142309"/>
      </dsp:txXfrm>
    </dsp:sp>
    <dsp:sp modelId="{1A96B511-7738-47DF-841C-E60F54738488}">
      <dsp:nvSpPr>
        <dsp:cNvPr id="0" name=""/>
        <dsp:cNvSpPr/>
      </dsp:nvSpPr>
      <dsp:spPr>
        <a:xfrm>
          <a:off x="0" y="1428375"/>
          <a:ext cx="7926705" cy="1142309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68F070-06B2-4039-A415-44B4E7F04A52}">
      <dsp:nvSpPr>
        <dsp:cNvPr id="0" name=""/>
        <dsp:cNvSpPr/>
      </dsp:nvSpPr>
      <dsp:spPr>
        <a:xfrm>
          <a:off x="345548" y="1685394"/>
          <a:ext cx="628270" cy="6282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30071-F00E-4F74-B1F0-78CC4891F3FC}">
      <dsp:nvSpPr>
        <dsp:cNvPr id="0" name=""/>
        <dsp:cNvSpPr/>
      </dsp:nvSpPr>
      <dsp:spPr>
        <a:xfrm>
          <a:off x="1319367" y="1428375"/>
          <a:ext cx="6607337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kern="1200"/>
            <a:t>Escalabilidad</a:t>
          </a:r>
          <a:r>
            <a:rPr lang="es-MX" sz="2500" kern="1200"/>
            <a:t>: SAN es más escalable.</a:t>
          </a:r>
          <a:endParaRPr lang="en-US" sz="2500" kern="1200"/>
        </a:p>
      </dsp:txBody>
      <dsp:txXfrm>
        <a:off x="1319367" y="1428375"/>
        <a:ext cx="6607337" cy="1142309"/>
      </dsp:txXfrm>
    </dsp:sp>
    <dsp:sp modelId="{AE252E58-3433-400A-91B6-561E7A21233B}">
      <dsp:nvSpPr>
        <dsp:cNvPr id="0" name=""/>
        <dsp:cNvSpPr/>
      </dsp:nvSpPr>
      <dsp:spPr>
        <a:xfrm>
          <a:off x="0" y="2856262"/>
          <a:ext cx="7926705" cy="1142309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8E45F-33A6-4ACF-9F01-69AFC998D551}">
      <dsp:nvSpPr>
        <dsp:cNvPr id="0" name=""/>
        <dsp:cNvSpPr/>
      </dsp:nvSpPr>
      <dsp:spPr>
        <a:xfrm>
          <a:off x="345548" y="3113281"/>
          <a:ext cx="628270" cy="6282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8283A-9D95-4C82-9755-7D1ECEFDDBF3}">
      <dsp:nvSpPr>
        <dsp:cNvPr id="0" name=""/>
        <dsp:cNvSpPr/>
      </dsp:nvSpPr>
      <dsp:spPr>
        <a:xfrm>
          <a:off x="1319367" y="2856262"/>
          <a:ext cx="6607337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kern="1200"/>
            <a:t>Costos</a:t>
          </a:r>
          <a:r>
            <a:rPr lang="es-MX" sz="2500" kern="1200"/>
            <a:t>: NAS es más económico.</a:t>
          </a:r>
          <a:endParaRPr lang="en-US" sz="2500" kern="1200"/>
        </a:p>
      </dsp:txBody>
      <dsp:txXfrm>
        <a:off x="1319367" y="2856262"/>
        <a:ext cx="6607337" cy="11423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FB56F-33A1-4B67-ABDC-8BFE9BBAD16E}">
      <dsp:nvSpPr>
        <dsp:cNvPr id="0" name=""/>
        <dsp:cNvSpPr/>
      </dsp:nvSpPr>
      <dsp:spPr>
        <a:xfrm>
          <a:off x="0" y="291746"/>
          <a:ext cx="6787747" cy="1645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805" tIns="395732" rIns="52680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b="0" i="0" kern="1200"/>
            <a:t>DAS: Bajo costo inicial.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b="0" i="0" kern="1200"/>
            <a:t>NAS: Costo moderado.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b="0" i="0" kern="1200"/>
            <a:t>SAN: Alto costo.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b="0" i="0" kern="1200"/>
            <a:t>Nube: Pago por uso.</a:t>
          </a:r>
          <a:endParaRPr lang="en-US" sz="1900" kern="1200"/>
        </a:p>
      </dsp:txBody>
      <dsp:txXfrm>
        <a:off x="0" y="291746"/>
        <a:ext cx="6787747" cy="1645875"/>
      </dsp:txXfrm>
    </dsp:sp>
    <dsp:sp modelId="{07FEC330-C1F6-4940-8BD2-CFD8D09F7397}">
      <dsp:nvSpPr>
        <dsp:cNvPr id="0" name=""/>
        <dsp:cNvSpPr/>
      </dsp:nvSpPr>
      <dsp:spPr>
        <a:xfrm>
          <a:off x="339387" y="11305"/>
          <a:ext cx="4751422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592" tIns="0" rIns="17959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i="0" kern="1200"/>
            <a:t>Comparación de costos:</a:t>
          </a:r>
          <a:endParaRPr lang="en-US" sz="1900" kern="1200"/>
        </a:p>
      </dsp:txBody>
      <dsp:txXfrm>
        <a:off x="366767" y="38685"/>
        <a:ext cx="4696662" cy="506120"/>
      </dsp:txXfrm>
    </dsp:sp>
    <dsp:sp modelId="{F1BD5FA0-A1E2-49AD-A480-46A2B57A99B5}">
      <dsp:nvSpPr>
        <dsp:cNvPr id="0" name=""/>
        <dsp:cNvSpPr/>
      </dsp:nvSpPr>
      <dsp:spPr>
        <a:xfrm>
          <a:off x="0" y="2320660"/>
          <a:ext cx="6787747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805" tIns="395732" rIns="52680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b="0" i="0" kern="1200"/>
            <a:t>Capacidad.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b="0" i="0" kern="1200"/>
            <a:t>Rendimiento.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b="0" i="0" kern="1200"/>
            <a:t>Seguridad.</a:t>
          </a:r>
          <a:endParaRPr lang="en-US" sz="1900" kern="1200"/>
        </a:p>
      </dsp:txBody>
      <dsp:txXfrm>
        <a:off x="0" y="2320660"/>
        <a:ext cx="6787747" cy="1376550"/>
      </dsp:txXfrm>
    </dsp:sp>
    <dsp:sp modelId="{24603737-9DF1-46A8-94EA-5AF936001A0C}">
      <dsp:nvSpPr>
        <dsp:cNvPr id="0" name=""/>
        <dsp:cNvSpPr/>
      </dsp:nvSpPr>
      <dsp:spPr>
        <a:xfrm>
          <a:off x="339387" y="2040221"/>
          <a:ext cx="4751422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592" tIns="0" rIns="17959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i="0" kern="1200"/>
            <a:t>Factores que influyen en el costo:</a:t>
          </a:r>
          <a:endParaRPr lang="en-US" sz="1900" kern="1200"/>
        </a:p>
      </dsp:txBody>
      <dsp:txXfrm>
        <a:off x="366767" y="2067601"/>
        <a:ext cx="4696662" cy="5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5905A-71B4-4964-BE5D-A96D81933965}">
      <dsp:nvSpPr>
        <dsp:cNvPr id="0" name=""/>
        <dsp:cNvSpPr/>
      </dsp:nvSpPr>
      <dsp:spPr>
        <a:xfrm rot="5400000">
          <a:off x="4589337" y="-1597061"/>
          <a:ext cx="1443604" cy="4998720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b="0" i="0" kern="1200"/>
            <a:t>Evaluar necesidades.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b="0" i="0" kern="1200"/>
            <a:t>Elegir la solución adecuada.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b="0" i="0" kern="1200"/>
            <a:t>Configurar hardware y software.</a:t>
          </a:r>
          <a:endParaRPr lang="en-US" sz="2600" kern="1200"/>
        </a:p>
      </dsp:txBody>
      <dsp:txXfrm rot="-5400000">
        <a:off x="2811780" y="250967"/>
        <a:ext cx="4928249" cy="1302662"/>
      </dsp:txXfrm>
    </dsp:sp>
    <dsp:sp modelId="{54993F08-9457-4829-8F4A-48C35F392DDA}">
      <dsp:nvSpPr>
        <dsp:cNvPr id="0" name=""/>
        <dsp:cNvSpPr/>
      </dsp:nvSpPr>
      <dsp:spPr>
        <a:xfrm>
          <a:off x="0" y="45"/>
          <a:ext cx="2811780" cy="180450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b="1" i="0" kern="1200"/>
            <a:t>Pasos:</a:t>
          </a:r>
          <a:endParaRPr lang="en-US" sz="2600" kern="1200"/>
        </a:p>
      </dsp:txBody>
      <dsp:txXfrm>
        <a:off x="88089" y="88134"/>
        <a:ext cx="2635602" cy="1628328"/>
      </dsp:txXfrm>
    </dsp:sp>
    <dsp:sp modelId="{8154CAB0-FDE2-446D-8527-6CD064329AE8}">
      <dsp:nvSpPr>
        <dsp:cNvPr id="0" name=""/>
        <dsp:cNvSpPr/>
      </dsp:nvSpPr>
      <dsp:spPr>
        <a:xfrm rot="5400000">
          <a:off x="4589337" y="297669"/>
          <a:ext cx="1443604" cy="4998720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b="0" i="0" kern="1200"/>
            <a:t>Rendimiento.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b="0" i="0" kern="1200"/>
            <a:t>Escalabilidad.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b="0" i="0" kern="1200"/>
            <a:t>Seguridad.</a:t>
          </a:r>
          <a:endParaRPr lang="en-US" sz="2600" kern="1200"/>
        </a:p>
      </dsp:txBody>
      <dsp:txXfrm rot="-5400000">
        <a:off x="2811780" y="2145698"/>
        <a:ext cx="4928249" cy="1302662"/>
      </dsp:txXfrm>
    </dsp:sp>
    <dsp:sp modelId="{ABF6B02A-9F79-4C63-A968-EFDD5EA0E5E8}">
      <dsp:nvSpPr>
        <dsp:cNvPr id="0" name=""/>
        <dsp:cNvSpPr/>
      </dsp:nvSpPr>
      <dsp:spPr>
        <a:xfrm>
          <a:off x="0" y="1894776"/>
          <a:ext cx="2811780" cy="180450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b="1" i="0" kern="1200"/>
            <a:t>Consideraciones clave:</a:t>
          </a:r>
          <a:endParaRPr lang="en-US" sz="2600" kern="1200"/>
        </a:p>
      </dsp:txBody>
      <dsp:txXfrm>
        <a:off x="88089" y="1982865"/>
        <a:ext cx="2635602" cy="16283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534D1-8330-4579-B9C8-DA4E13BDE61A}">
      <dsp:nvSpPr>
        <dsp:cNvPr id="0" name=""/>
        <dsp:cNvSpPr/>
      </dsp:nvSpPr>
      <dsp:spPr>
        <a:xfrm>
          <a:off x="0" y="590970"/>
          <a:ext cx="10972800" cy="1091022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9CBF3-C2D0-4043-995D-BFA397F63EF9}">
      <dsp:nvSpPr>
        <dsp:cNvPr id="0" name=""/>
        <dsp:cNvSpPr/>
      </dsp:nvSpPr>
      <dsp:spPr>
        <a:xfrm>
          <a:off x="330034" y="836450"/>
          <a:ext cx="600062" cy="600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9A27F-8B47-49B9-BB60-73C9F28C58FF}">
      <dsp:nvSpPr>
        <dsp:cNvPr id="0" name=""/>
        <dsp:cNvSpPr/>
      </dsp:nvSpPr>
      <dsp:spPr>
        <a:xfrm>
          <a:off x="1260130" y="590970"/>
          <a:ext cx="4937760" cy="1091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466" tIns="115466" rIns="115466" bIns="1154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i="0" kern="1200"/>
            <a:t>Monitoreo:</a:t>
          </a:r>
          <a:endParaRPr lang="en-US" sz="2500" kern="1200"/>
        </a:p>
      </dsp:txBody>
      <dsp:txXfrm>
        <a:off x="1260130" y="590970"/>
        <a:ext cx="4937760" cy="1091022"/>
      </dsp:txXfrm>
    </dsp:sp>
    <dsp:sp modelId="{018C722F-8FD4-4B90-BC10-A0DADE7CFBEF}">
      <dsp:nvSpPr>
        <dsp:cNvPr id="0" name=""/>
        <dsp:cNvSpPr/>
      </dsp:nvSpPr>
      <dsp:spPr>
        <a:xfrm>
          <a:off x="6197890" y="590970"/>
          <a:ext cx="4774909" cy="1091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466" tIns="115466" rIns="115466" bIns="11546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0" i="0" kern="1200"/>
            <a:t>Uso de recursos.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0" i="0" kern="1200"/>
            <a:t>Detección de fallos.</a:t>
          </a:r>
          <a:endParaRPr lang="en-US" sz="1800" kern="1200"/>
        </a:p>
      </dsp:txBody>
      <dsp:txXfrm>
        <a:off x="6197890" y="590970"/>
        <a:ext cx="4774909" cy="1091022"/>
      </dsp:txXfrm>
    </dsp:sp>
    <dsp:sp modelId="{DEDC513D-246A-4663-8678-61AFAFCA9ADF}">
      <dsp:nvSpPr>
        <dsp:cNvPr id="0" name=""/>
        <dsp:cNvSpPr/>
      </dsp:nvSpPr>
      <dsp:spPr>
        <a:xfrm>
          <a:off x="0" y="1954747"/>
          <a:ext cx="10972800" cy="1091022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3CB39B-672C-4467-B783-A05A9D70CAB2}">
      <dsp:nvSpPr>
        <dsp:cNvPr id="0" name=""/>
        <dsp:cNvSpPr/>
      </dsp:nvSpPr>
      <dsp:spPr>
        <a:xfrm>
          <a:off x="330034" y="2200227"/>
          <a:ext cx="600062" cy="600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6B1FA-4173-4B35-99A3-0818C8F4FBBD}">
      <dsp:nvSpPr>
        <dsp:cNvPr id="0" name=""/>
        <dsp:cNvSpPr/>
      </dsp:nvSpPr>
      <dsp:spPr>
        <a:xfrm>
          <a:off x="1260130" y="1954747"/>
          <a:ext cx="4937760" cy="1091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466" tIns="115466" rIns="115466" bIns="1154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i="0" kern="1200"/>
            <a:t>Actualizaciones:</a:t>
          </a:r>
          <a:endParaRPr lang="en-US" sz="2500" kern="1200"/>
        </a:p>
      </dsp:txBody>
      <dsp:txXfrm>
        <a:off x="1260130" y="1954747"/>
        <a:ext cx="4937760" cy="1091022"/>
      </dsp:txXfrm>
    </dsp:sp>
    <dsp:sp modelId="{D0A66D54-8803-46DB-84D5-B409171D7C2F}">
      <dsp:nvSpPr>
        <dsp:cNvPr id="0" name=""/>
        <dsp:cNvSpPr/>
      </dsp:nvSpPr>
      <dsp:spPr>
        <a:xfrm>
          <a:off x="6197890" y="1954747"/>
          <a:ext cx="4774909" cy="1091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466" tIns="115466" rIns="115466" bIns="11546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0" i="0" kern="1200"/>
            <a:t>Parches de seguridad.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0" i="0" kern="1200"/>
            <a:t>Mejoras de rendimiento.</a:t>
          </a:r>
          <a:endParaRPr lang="en-US" sz="1800" kern="1200"/>
        </a:p>
      </dsp:txBody>
      <dsp:txXfrm>
        <a:off x="6197890" y="1954747"/>
        <a:ext cx="4774909" cy="10910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935F7-D9C6-429E-A646-E4294A4AD17B}">
      <dsp:nvSpPr>
        <dsp:cNvPr id="0" name=""/>
        <dsp:cNvSpPr/>
      </dsp:nvSpPr>
      <dsp:spPr>
        <a:xfrm>
          <a:off x="0" y="488"/>
          <a:ext cx="7926705" cy="114230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C75A6B-6B68-4ECB-81D7-9B23B373B8D1}">
      <dsp:nvSpPr>
        <dsp:cNvPr id="0" name=""/>
        <dsp:cNvSpPr/>
      </dsp:nvSpPr>
      <dsp:spPr>
        <a:xfrm>
          <a:off x="345548" y="257507"/>
          <a:ext cx="628270" cy="6282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94311-66DA-4132-A306-1713D7EC0E7D}">
      <dsp:nvSpPr>
        <dsp:cNvPr id="0" name=""/>
        <dsp:cNvSpPr/>
      </dsp:nvSpPr>
      <dsp:spPr>
        <a:xfrm>
          <a:off x="1319367" y="488"/>
          <a:ext cx="3567017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i="0" kern="1200"/>
            <a:t>Cómo migrar:</a:t>
          </a:r>
          <a:endParaRPr lang="en-US" sz="2500" kern="1200"/>
        </a:p>
      </dsp:txBody>
      <dsp:txXfrm>
        <a:off x="1319367" y="488"/>
        <a:ext cx="3567017" cy="1142309"/>
      </dsp:txXfrm>
    </dsp:sp>
    <dsp:sp modelId="{CEA2E8ED-54A0-454A-9E7F-28313CDD46EB}">
      <dsp:nvSpPr>
        <dsp:cNvPr id="0" name=""/>
        <dsp:cNvSpPr/>
      </dsp:nvSpPr>
      <dsp:spPr>
        <a:xfrm>
          <a:off x="4886384" y="488"/>
          <a:ext cx="3040320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/>
            <a:t>Evaluar datos existentes.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/>
            <a:t>Elegir la solución adecuada.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/>
            <a:t>Transferir datos de manera segura.</a:t>
          </a:r>
          <a:endParaRPr lang="en-US" sz="1400" kern="1200"/>
        </a:p>
      </dsp:txBody>
      <dsp:txXfrm>
        <a:off x="4886384" y="488"/>
        <a:ext cx="3040320" cy="1142309"/>
      </dsp:txXfrm>
    </dsp:sp>
    <dsp:sp modelId="{602CCA81-5AE4-474C-96B3-2FA5F58E8D91}">
      <dsp:nvSpPr>
        <dsp:cNvPr id="0" name=""/>
        <dsp:cNvSpPr/>
      </dsp:nvSpPr>
      <dsp:spPr>
        <a:xfrm>
          <a:off x="0" y="1428375"/>
          <a:ext cx="7926705" cy="114230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F8845-B689-47ED-92AD-749C7331582E}">
      <dsp:nvSpPr>
        <dsp:cNvPr id="0" name=""/>
        <dsp:cNvSpPr/>
      </dsp:nvSpPr>
      <dsp:spPr>
        <a:xfrm>
          <a:off x="345548" y="1685394"/>
          <a:ext cx="628270" cy="6282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B55FF-130B-4479-944C-03FB6B62BAFD}">
      <dsp:nvSpPr>
        <dsp:cNvPr id="0" name=""/>
        <dsp:cNvSpPr/>
      </dsp:nvSpPr>
      <dsp:spPr>
        <a:xfrm>
          <a:off x="1319367" y="1428375"/>
          <a:ext cx="3567017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i="0" kern="1200"/>
            <a:t>Herramientas:</a:t>
          </a:r>
          <a:endParaRPr lang="en-US" sz="2500" kern="1200"/>
        </a:p>
      </dsp:txBody>
      <dsp:txXfrm>
        <a:off x="1319367" y="1428375"/>
        <a:ext cx="3567017" cy="1142309"/>
      </dsp:txXfrm>
    </dsp:sp>
    <dsp:sp modelId="{D2BA6A7C-948C-424C-9AB6-9E64D4B962AD}">
      <dsp:nvSpPr>
        <dsp:cNvPr id="0" name=""/>
        <dsp:cNvSpPr/>
      </dsp:nvSpPr>
      <dsp:spPr>
        <a:xfrm>
          <a:off x="4886384" y="1428375"/>
          <a:ext cx="3040320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/>
            <a:t>Software de migración.</a:t>
          </a:r>
          <a:endParaRPr lang="en-US" sz="1400" kern="1200"/>
        </a:p>
      </dsp:txBody>
      <dsp:txXfrm>
        <a:off x="4886384" y="1428375"/>
        <a:ext cx="3040320" cy="1142309"/>
      </dsp:txXfrm>
    </dsp:sp>
    <dsp:sp modelId="{E845300A-C75C-4F9A-9AD5-B023E4DD848A}">
      <dsp:nvSpPr>
        <dsp:cNvPr id="0" name=""/>
        <dsp:cNvSpPr/>
      </dsp:nvSpPr>
      <dsp:spPr>
        <a:xfrm>
          <a:off x="0" y="2856262"/>
          <a:ext cx="7926705" cy="114230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4A74B-26C6-40EF-A72C-2B1BE122C669}">
      <dsp:nvSpPr>
        <dsp:cNvPr id="0" name=""/>
        <dsp:cNvSpPr/>
      </dsp:nvSpPr>
      <dsp:spPr>
        <a:xfrm>
          <a:off x="345548" y="3113281"/>
          <a:ext cx="628270" cy="6282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94CBD-5EFA-431C-893F-BBA418534292}">
      <dsp:nvSpPr>
        <dsp:cNvPr id="0" name=""/>
        <dsp:cNvSpPr/>
      </dsp:nvSpPr>
      <dsp:spPr>
        <a:xfrm>
          <a:off x="1319367" y="2856262"/>
          <a:ext cx="3567017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i="0" kern="1200"/>
            <a:t>Mejores prácticas:</a:t>
          </a:r>
          <a:endParaRPr lang="en-US" sz="2500" kern="1200"/>
        </a:p>
      </dsp:txBody>
      <dsp:txXfrm>
        <a:off x="1319367" y="2856262"/>
        <a:ext cx="3567017" cy="1142309"/>
      </dsp:txXfrm>
    </dsp:sp>
    <dsp:sp modelId="{B522EA46-97AB-4974-A0AB-7108B995B715}">
      <dsp:nvSpPr>
        <dsp:cNvPr id="0" name=""/>
        <dsp:cNvSpPr/>
      </dsp:nvSpPr>
      <dsp:spPr>
        <a:xfrm>
          <a:off x="4886384" y="2856262"/>
          <a:ext cx="3040320" cy="114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894" tIns="120894" rIns="120894" bIns="1208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/>
            <a:t>Planificación.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0" i="0" kern="1200"/>
            <a:t>Pruebas.</a:t>
          </a:r>
          <a:endParaRPr lang="en-US" sz="1400" kern="1200"/>
        </a:p>
      </dsp:txBody>
      <dsp:txXfrm>
        <a:off x="4886384" y="2856262"/>
        <a:ext cx="3040320" cy="11423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DF29B-79B8-423E-A1E2-7B8FAC8E7AAE}">
      <dsp:nvSpPr>
        <dsp:cNvPr id="0" name=""/>
        <dsp:cNvSpPr/>
      </dsp:nvSpPr>
      <dsp:spPr>
        <a:xfrm>
          <a:off x="0" y="422729"/>
          <a:ext cx="7926705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200" tIns="499872" rIns="61520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b="0" i="0" kern="1200"/>
            <a:t>Empresa X: Implementó NAS y redujo costos.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b="0" i="0" kern="1200"/>
            <a:t>Empresa Y: Migró a la nube y mejoró la colaboración.</a:t>
          </a:r>
          <a:endParaRPr lang="en-US" sz="2400" kern="1200"/>
        </a:p>
      </dsp:txBody>
      <dsp:txXfrm>
        <a:off x="0" y="422729"/>
        <a:ext cx="7926705" cy="1663200"/>
      </dsp:txXfrm>
    </dsp:sp>
    <dsp:sp modelId="{C4292CBC-1A56-4E05-A2BD-95858D941476}">
      <dsp:nvSpPr>
        <dsp:cNvPr id="0" name=""/>
        <dsp:cNvSpPr/>
      </dsp:nvSpPr>
      <dsp:spPr>
        <a:xfrm>
          <a:off x="396335" y="68489"/>
          <a:ext cx="5548693" cy="7084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727" tIns="0" rIns="20972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400" b="1" i="0" kern="1200"/>
            <a:t>Ejemplos:</a:t>
          </a:r>
          <a:endParaRPr lang="en-US" sz="2400" kern="1200"/>
        </a:p>
      </dsp:txBody>
      <dsp:txXfrm>
        <a:off x="430920" y="103074"/>
        <a:ext cx="5479523" cy="639310"/>
      </dsp:txXfrm>
    </dsp:sp>
    <dsp:sp modelId="{33D1CE9E-D2C7-41EB-934C-F603C7D5B189}">
      <dsp:nvSpPr>
        <dsp:cNvPr id="0" name=""/>
        <dsp:cNvSpPr/>
      </dsp:nvSpPr>
      <dsp:spPr>
        <a:xfrm>
          <a:off x="0" y="2569769"/>
          <a:ext cx="7926705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200" tIns="499872" rIns="61520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b="0" i="0" kern="1200"/>
            <a:t>Mayor eficiencia.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b="0" i="0" kern="1200"/>
            <a:t>Reducción de costos.</a:t>
          </a:r>
          <a:endParaRPr lang="en-US" sz="2400" kern="1200"/>
        </a:p>
      </dsp:txBody>
      <dsp:txXfrm>
        <a:off x="0" y="2569769"/>
        <a:ext cx="7926705" cy="1360800"/>
      </dsp:txXfrm>
    </dsp:sp>
    <dsp:sp modelId="{E9CDD4CD-5C25-414F-8D54-E0041641025B}">
      <dsp:nvSpPr>
        <dsp:cNvPr id="0" name=""/>
        <dsp:cNvSpPr/>
      </dsp:nvSpPr>
      <dsp:spPr>
        <a:xfrm>
          <a:off x="396335" y="2215530"/>
          <a:ext cx="5548693" cy="7084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727" tIns="0" rIns="20972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400" b="1" i="0" kern="1200"/>
            <a:t>Resultados:</a:t>
          </a:r>
          <a:endParaRPr lang="en-US" sz="2400" kern="1200"/>
        </a:p>
      </dsp:txBody>
      <dsp:txXfrm>
        <a:off x="430920" y="2250115"/>
        <a:ext cx="5479523" cy="6393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ADAF1-B2FD-4C55-BBB5-61B266508D13}">
      <dsp:nvSpPr>
        <dsp:cNvPr id="0" name=""/>
        <dsp:cNvSpPr/>
      </dsp:nvSpPr>
      <dsp:spPr>
        <a:xfrm>
          <a:off x="0" y="0"/>
          <a:ext cx="3428999" cy="363674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338" tIns="330200" rIns="26733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b="1" i="0" kern="1200"/>
            <a:t>Subestimar necesidades: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i="0" kern="1200"/>
            <a:t>Capacidad insuficiente.</a:t>
          </a:r>
          <a:endParaRPr lang="en-US" sz="2000" kern="1200"/>
        </a:p>
      </dsp:txBody>
      <dsp:txXfrm>
        <a:off x="0" y="1381961"/>
        <a:ext cx="3428999" cy="2182044"/>
      </dsp:txXfrm>
    </dsp:sp>
    <dsp:sp modelId="{B92D770D-D868-408B-9808-DFE9424696EB}">
      <dsp:nvSpPr>
        <dsp:cNvPr id="0" name=""/>
        <dsp:cNvSpPr/>
      </dsp:nvSpPr>
      <dsp:spPr>
        <a:xfrm>
          <a:off x="1168988" y="363673"/>
          <a:ext cx="1091022" cy="109102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060" tIns="12700" rIns="8506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28764" y="523449"/>
        <a:ext cx="771470" cy="771470"/>
      </dsp:txXfrm>
    </dsp:sp>
    <dsp:sp modelId="{70365F8E-C877-4E30-9455-755908E4037B}">
      <dsp:nvSpPr>
        <dsp:cNvPr id="0" name=""/>
        <dsp:cNvSpPr/>
      </dsp:nvSpPr>
      <dsp:spPr>
        <a:xfrm>
          <a:off x="0" y="3636668"/>
          <a:ext cx="342899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49CF07-F01C-4FF2-A5D6-7AD0E4A99E17}">
      <dsp:nvSpPr>
        <dsp:cNvPr id="0" name=""/>
        <dsp:cNvSpPr/>
      </dsp:nvSpPr>
      <dsp:spPr>
        <a:xfrm>
          <a:off x="3771899" y="0"/>
          <a:ext cx="3428999" cy="363674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338" tIns="330200" rIns="26733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b="1" i="0" kern="1200"/>
            <a:t>Ignorar seguridad: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i="0" kern="1200"/>
            <a:t>Falta de encriptación.</a:t>
          </a:r>
          <a:endParaRPr lang="en-US" sz="2000" kern="1200"/>
        </a:p>
      </dsp:txBody>
      <dsp:txXfrm>
        <a:off x="3771899" y="1381961"/>
        <a:ext cx="3428999" cy="2182044"/>
      </dsp:txXfrm>
    </dsp:sp>
    <dsp:sp modelId="{47CD352D-DB45-42D9-967C-25D6D925CA85}">
      <dsp:nvSpPr>
        <dsp:cNvPr id="0" name=""/>
        <dsp:cNvSpPr/>
      </dsp:nvSpPr>
      <dsp:spPr>
        <a:xfrm>
          <a:off x="4940888" y="363673"/>
          <a:ext cx="1091022" cy="109102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060" tIns="12700" rIns="8506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100664" y="523449"/>
        <a:ext cx="771470" cy="771470"/>
      </dsp:txXfrm>
    </dsp:sp>
    <dsp:sp modelId="{767D9697-D29D-4DE0-96E8-3C1EC48E2083}">
      <dsp:nvSpPr>
        <dsp:cNvPr id="0" name=""/>
        <dsp:cNvSpPr/>
      </dsp:nvSpPr>
      <dsp:spPr>
        <a:xfrm>
          <a:off x="3771899" y="3636668"/>
          <a:ext cx="342899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3417FF-368D-4CBC-A604-FF933CA7AE08}">
      <dsp:nvSpPr>
        <dsp:cNvPr id="0" name=""/>
        <dsp:cNvSpPr/>
      </dsp:nvSpPr>
      <dsp:spPr>
        <a:xfrm>
          <a:off x="7543800" y="0"/>
          <a:ext cx="3428999" cy="363674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338" tIns="330200" rIns="26733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b="1" i="0" kern="1200"/>
            <a:t>No planificar la escalabilidad: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i="0" kern="1200"/>
            <a:t>Crecimiento imprevisto.</a:t>
          </a:r>
          <a:endParaRPr lang="en-US" sz="2000" kern="1200"/>
        </a:p>
      </dsp:txBody>
      <dsp:txXfrm>
        <a:off x="7543800" y="1381961"/>
        <a:ext cx="3428999" cy="2182044"/>
      </dsp:txXfrm>
    </dsp:sp>
    <dsp:sp modelId="{D323E3E8-06AE-4D77-B3DA-F9DF8BEF73C5}">
      <dsp:nvSpPr>
        <dsp:cNvPr id="0" name=""/>
        <dsp:cNvSpPr/>
      </dsp:nvSpPr>
      <dsp:spPr>
        <a:xfrm>
          <a:off x="8712788" y="363673"/>
          <a:ext cx="1091022" cy="109102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060" tIns="12700" rIns="8506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72564" y="523449"/>
        <a:ext cx="771470" cy="771470"/>
      </dsp:txXfrm>
    </dsp:sp>
    <dsp:sp modelId="{A37EDCEC-8498-4896-869D-1D6FDB5BC914}">
      <dsp:nvSpPr>
        <dsp:cNvPr id="0" name=""/>
        <dsp:cNvSpPr/>
      </dsp:nvSpPr>
      <dsp:spPr>
        <a:xfrm>
          <a:off x="7543800" y="3636668"/>
          <a:ext cx="342899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09/03/2025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09/03/2025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5FDD-C8ED-9E92-D0B8-0ABDC450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F57D9A-7F60-07C3-F3C5-62EF04B21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5D20B7-F4EA-D2C0-76D5-C78E5A1EB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AEEEA5-35F0-AECA-92C6-798851021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3838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7A06B-2C06-69E8-91BD-7483D3CA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6B8F3DA-6DEE-4F2E-322F-B2C3D6B6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0C34E5-CD67-FC08-C2E1-D317DD39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D3F974-14FF-335B-13C9-8838C877F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1677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6F48-F136-B6DA-4D2F-B16C80C47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0321A4-AABE-8A5E-4F3D-800A99787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05511C-ED7A-031E-F374-E70D07855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90E707-6B25-FDF1-B5DD-4B62EBAFA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45243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45D8-BFB6-7D5C-3788-4EBDD193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C943D8-88E1-AB1C-952B-726C3F367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2E61CA-48EE-DB4D-87B8-E4F35ADAB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2F065C-BA5A-C671-3EE8-DF308D31E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3508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6636-CF4E-C3E9-22D3-24D70893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04020D-FECB-BDB4-46AF-3489D53B8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F68AAC-B4ED-01B7-5ECB-D664C0B8C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CDAA75-254B-4EDA-C169-B05C4D25F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3864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3301-0A53-51FC-73D9-1FBFE8B6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8DEF9C-21AF-3A33-0F69-51E45A938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B89895-5B77-9B86-E175-72679A803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28CE53-8306-7169-B633-2BAFE4D33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1963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45816-CABE-87EF-5249-9649C026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4CF4BE-283A-D6FE-9F11-F2B433C22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2350B7-B16E-470A-8D8E-FEC721509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A34C5B-B310-0946-D9D7-FF46CE4F6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797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7835D-D7E0-1385-4345-71E33337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CBFE43-BBCC-7CE0-CA09-214E0D41E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FFC7AD-8DB2-F6AB-EAED-5181A511B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DCDEE1-5598-6754-2963-5438FFFC6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73219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DE1E-D090-959D-4D93-46DC434B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2A2431-4879-1020-703C-AE21FF7DC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0BC8EB-1735-D1B1-4ACA-9C9EADB6A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BC2CEF-2358-1720-D34F-4024A23E9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6832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69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15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30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333">
                <a:solidFill>
                  <a:srgbClr val="888888"/>
                </a:solidFill>
              </a:defRPr>
            </a:lvl1pPr>
            <a:lvl2pPr marL="609630" lvl="1" indent="-152408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200">
                <a:solidFill>
                  <a:srgbClr val="888888"/>
                </a:solidFill>
              </a:defRPr>
            </a:lvl2pPr>
            <a:lvl3pPr marL="914446" lvl="2" indent="-152408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067">
                <a:solidFill>
                  <a:srgbClr val="888888"/>
                </a:solidFill>
              </a:defRPr>
            </a:lvl3pPr>
            <a:lvl4pPr marL="1219261" lvl="3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4pPr>
            <a:lvl5pPr marL="1524076" lvl="4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5pPr>
            <a:lvl6pPr marL="1828891" lvl="5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6pPr>
            <a:lvl7pPr marL="2133707" lvl="6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7pPr>
            <a:lvl8pPr marL="2438522" lvl="7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8pPr>
            <a:lvl9pPr marL="2743337" lvl="8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57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10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54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22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87881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marL="609630" lvl="1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marL="1219261" lvl="3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marL="1524076" lvl="4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marL="1828891" lvl="5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marL="2133707" lvl="6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marL="2438522" lvl="7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marL="2743337" lvl="8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5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475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6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12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vdvnetworks.com/seguridad-en-la-nube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youtube.com/watch?v=HCZp236v69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infortrend.com.br/post/backup-loca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stackscale.com/es/blog/nas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rowher.saisonsdumonde.fr/mx/red-de-area-de-almacenamiento-ventajas-y-desventajas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talcloud.mx/descubre-los-beneficios-del-almacenamiento-de-datos-en-aws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sitio.com/cloud/las-empresas-eligen-la-nube-hibrida-almacenamiento/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fity.club/lists/n/nbp-definicin-red-protocolo-vinculante-network-binding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kel.com/blog/tu-informacion-segura-con-un-sgsi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leanworld.com/raid-levels-explained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atojad.com.ar/post/2020/02/que-es-la-virtualizacion/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hostdime.com.co/software-defined-storage-sds-almacenamiento-definido-por-software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noticiasseguridad.com/tecnologia/que-es-y-como-funciona-el-almacenamiento-en-red/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snw.com/almacenamiento-2/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xbi.mx/la-importancia-de-la-inteligencia-artificial-y-machine-learning-en-las-pyme/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getchannels.com/t/which-nas-package-download-for-synolgy-ds1522/38033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6VjFg3faCA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osagil.blogspot.com/2016/05/la-evolucion-de-los-dispositivos-de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hyperlink" Target="https://www.reporteindigo.com/latitud/posibles-soluciones-a-la-crisis-migracion-eu-mexico-derechos-humanos/" TargetMode="External"/><Relationship Id="rId7" Type="http://schemas.openxmlformats.org/officeDocument/2006/relationships/diagramColors" Target="../diagrams/colors7.xml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omosorbis.com/blog/triunfo-en-el-e-commerce-casos-de-exito/" TargetMode="External"/><Relationship Id="rId3" Type="http://schemas.openxmlformats.org/officeDocument/2006/relationships/diagramLayout" Target="../diagrams/layout8.xml"/><Relationship Id="rId7" Type="http://schemas.openxmlformats.org/officeDocument/2006/relationships/image" Target="../media/image45.jp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1444001" TargetMode="Externa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"/>
            <a:ext cx="12169465" cy="6858001"/>
          </a:xfrm>
          <a:custGeom>
            <a:avLst/>
            <a:gdLst/>
            <a:ahLst/>
            <a:cxnLst/>
            <a:rect l="l" t="t" r="r" b="b"/>
            <a:pathLst>
              <a:path w="18254198" h="10287002" extrusionOk="0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GT" sz="93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aphicFrame>
        <p:nvGraphicFramePr>
          <p:cNvPr id="85" name="Google Shape;85;p1"/>
          <p:cNvGraphicFramePr/>
          <p:nvPr/>
        </p:nvGraphicFramePr>
        <p:xfrm>
          <a:off x="7104267" y="1293367"/>
          <a:ext cx="4910667" cy="95566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0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8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700" u="none" strike="noStrike" cap="none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</a:t>
                      </a:r>
                      <a:endParaRPr sz="700" u="none" strike="noStrike" cap="none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700" u="none" strike="noStrike" cap="none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XX:XX</a:t>
                      </a:r>
                      <a:endParaRPr sz="700" u="none" strike="noStrike" cap="none"/>
                    </a:p>
                  </a:txBody>
                  <a:tcPr marL="60950" marR="60950" marT="60950" marB="609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1981183" y="3008517"/>
            <a:ext cx="8934100" cy="615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33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Manejo</a:t>
            </a:r>
            <a:r>
              <a:rPr kumimoji="0" lang="en-US" sz="3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kumimoji="0" lang="en-US" sz="333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Implementación</a:t>
            </a:r>
            <a:r>
              <a:rPr kumimoji="0" lang="en-US" sz="3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kumimoji="0" lang="en-US" sz="333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Archivos</a:t>
            </a:r>
            <a:r>
              <a:rPr kumimoji="0" lang="en-US" sz="3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#</a:t>
            </a:r>
            <a:endParaRPr kumimoji="0" lang="es-ES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432550" y="3871467"/>
            <a:ext cx="8232854" cy="49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Nombre Completo Tutor - Carnet</a:t>
            </a:r>
            <a:endParaRPr kumimoji="0" lang="es-ES" sz="93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Agenda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 tIns="457200" rtlCol="0">
            <a:normAutofit/>
          </a:bodyPr>
          <a:lstStyle>
            <a:defPPr>
              <a:defRPr lang="es-ES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Dudas</a:t>
            </a:r>
            <a:r>
              <a:rPr lang="en-US" dirty="0"/>
              <a:t> </a:t>
            </a:r>
            <a:r>
              <a:rPr lang="en-US" dirty="0" err="1"/>
              <a:t>generales</a:t>
            </a:r>
            <a:r>
              <a:rPr lang="en-US" dirty="0"/>
              <a:t> o del </a:t>
            </a:r>
            <a:r>
              <a:rPr lang="en-US" dirty="0" err="1"/>
              <a:t>proyecto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Avisos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Tipos de almacenamiento de red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dirty="0"/>
              <a:t>Ejemplo </a:t>
            </a:r>
            <a:r>
              <a:rPr lang="es-ES" dirty="0" err="1"/>
              <a:t>codigo</a:t>
            </a:r>
            <a:endParaRPr lang="es-ES" dirty="0"/>
          </a:p>
        </p:txBody>
      </p:sp>
      <p:pic>
        <p:nvPicPr>
          <p:cNvPr id="5" name="Picture 4" descr="Organizadores de diferentes colores">
            <a:extLst>
              <a:ext uri="{FF2B5EF4-FFF2-40B4-BE49-F238E27FC236}">
                <a16:creationId xmlns:a16="http://schemas.microsoft.com/office/drawing/2014/main" id="{153C5E16-4375-7A7B-F000-702EB0DF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66" r="22960" b="1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0372" y="398227"/>
            <a:ext cx="6663975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MX" dirty="0"/>
              <a:t>Tipos de almacenamientos en red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GT" dirty="0"/>
              <a:t>Contenido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98298" y="2014538"/>
            <a:ext cx="5674428" cy="4259457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MX" sz="1800" dirty="0"/>
              <a:t>El almacenamiento en red es una solución que permite a múltiples usuarios y dispositivos acceder y compartir datos a través de una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/>
              <a:t>En la era digital, el volumen de datos generados crece exponencialmente, lo que hace esencial contar con sistemas de almacenamiento eficientes y escalables.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/>
              <a:t>Objetivos de la presentación: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/>
              <a:t>Comprender los diferentes tipos de almacenamiento en 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/>
              <a:t>Analizar sus ventajas y desventajas.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800" dirty="0"/>
              <a:t>Identificar casos de uso y tendencias futuras.</a:t>
            </a:r>
          </a:p>
          <a:p>
            <a:pPr rtl="0"/>
            <a:endParaRPr lang="es-ES" sz="1400" b="1" dirty="0"/>
          </a:p>
          <a:p>
            <a:pPr rtl="0"/>
            <a:endParaRPr lang="es-ES" sz="14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1041038" y="2676525"/>
            <a:ext cx="3597470" cy="3597470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algn="l"/>
            <a:r>
              <a:rPr lang="es-GT" b="1" i="0" dirty="0">
                <a:effectLst/>
                <a:latin typeface="Inter" panose="020B0604020202020204" charset="0"/>
              </a:rPr>
              <a:t>Conceptos básicos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Almacenamiento en red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Almacenamiento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>
              <a:buFont typeface="Arial" panose="020B0604020202020204" pitchFamily="34" charset="0"/>
              <a:buChar char="•"/>
            </a:pPr>
            <a:r>
              <a:rPr lang="es-MX" b="1"/>
              <a:t>Diferencias clave: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/>
              <a:t>Acceso</a:t>
            </a:r>
            <a:r>
              <a:rPr lang="es-MX"/>
              <a:t>: En red (multiusuario) vs. local (un usuario).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/>
              <a:t>Escalabilidad</a:t>
            </a:r>
            <a:r>
              <a:rPr lang="es-MX"/>
              <a:t>: El almacenamiento en red es más fácil de escalar.</a:t>
            </a:r>
          </a:p>
          <a:p>
            <a:pPr rtl="0"/>
            <a:endParaRPr lang="es-ES" dirty="0"/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C3D26716-187B-3B10-CA95-9BF324154B2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09880630"/>
              </p:ext>
            </p:extLst>
          </p:nvPr>
        </p:nvGraphicFramePr>
        <p:xfrm>
          <a:off x="3670934" y="584005"/>
          <a:ext cx="7926705" cy="399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547897" cy="2542810"/>
          </a:xfrm>
        </p:spPr>
        <p:txBody>
          <a:bodyPr rtlCol="0"/>
          <a:lstStyle>
            <a:defPPr>
              <a:defRPr lang="es-ES"/>
            </a:defPPr>
          </a:lstStyle>
          <a:p>
            <a:br>
              <a:rPr lang="es-ES" dirty="0"/>
            </a:br>
            <a:r>
              <a:rPr lang="es-MX" dirty="0"/>
              <a:t>Beneficios del almacenamiento en red</a:t>
            </a:r>
            <a:br>
              <a:rPr lang="es-MX" dirty="0"/>
            </a:b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29" y="1232452"/>
            <a:ext cx="5198269" cy="4393095"/>
          </a:xfrm>
        </p:spPr>
        <p:txBody>
          <a:bodyPr rtlCol="0"/>
          <a:lstStyle>
            <a:defPPr>
              <a:defRPr lang="es-ES"/>
            </a:def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Escalabilidad</a:t>
            </a:r>
            <a:r>
              <a:rPr lang="es-MX" dirty="0"/>
              <a:t>: Añadir más capacidad de almacenamiento sin interrumpir operaciones.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Acceso remoto</a:t>
            </a:r>
            <a:r>
              <a:rPr lang="es-MX" dirty="0"/>
              <a:t>: Los usuarios pueden acceder a los datos desde cualquier lugar con conexión </a:t>
            </a:r>
            <a:r>
              <a:rPr lang="es-MX" b="0" i="0" dirty="0">
                <a:solidFill>
                  <a:srgbClr val="F8FAFF"/>
                </a:solidFill>
                <a:effectLst/>
                <a:latin typeface="Inter" panose="020B0604020202020204" charset="0"/>
              </a:rPr>
              <a:t>a la red.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Redundancia y seguridad</a:t>
            </a:r>
            <a:r>
              <a:rPr lang="es-MX" dirty="0"/>
              <a:t>: Copias de seguridad automáticas y protección contra pérdida de datos.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Colaboración eficiente</a:t>
            </a:r>
            <a:r>
              <a:rPr lang="es-MX" dirty="0"/>
              <a:t>: Múltiples usuarios pueden trabajar en los mismos archivos simultáneamente</a:t>
            </a:r>
            <a:r>
              <a:rPr lang="es-MX" b="0" i="0" dirty="0">
                <a:solidFill>
                  <a:srgbClr val="F8FAFF"/>
                </a:solidFill>
                <a:effectLst/>
                <a:latin typeface="Inter" panose="020B060402020202020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4805073" cy="2354026"/>
          </a:xfrm>
        </p:spPr>
        <p:txBody>
          <a:bodyPr rtlCol="0"/>
          <a:lstStyle>
            <a:defPPr>
              <a:defRPr lang="es-ES"/>
            </a:defPPr>
          </a:lstStyle>
          <a:p>
            <a:pPr algn="l"/>
            <a:r>
              <a:rPr lang="es-MX" b="1" i="0" dirty="0">
                <a:effectLst/>
                <a:latin typeface="Inter" panose="020B0604020202020204" charset="0"/>
              </a:rPr>
              <a:t>Desafíos del almacenamiento en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188239" cy="299402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MX" sz="2100" dirty="0"/>
              <a:t>La seguridad, la escalabilidad, la gestión de identidades, el cumplimiento normativo y el rendimiento. </a:t>
            </a:r>
            <a:endParaRPr lang="es-ES" sz="2100" dirty="0"/>
          </a:p>
        </p:txBody>
      </p:sp>
      <p:pic>
        <p:nvPicPr>
          <p:cNvPr id="8" name="Marcador de posición de imagen 7" descr="Imagen que contiene persona, sostener, mano, usando&#10;&#10;Descripción generada automáticamente">
            <a:extLst>
              <a:ext uri="{FF2B5EF4-FFF2-40B4-BE49-F238E27FC236}">
                <a16:creationId xmlns:a16="http://schemas.microsoft.com/office/drawing/2014/main" id="{372490B1-AB4C-E609-EB6A-12B66F4F80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5239" r="25239"/>
          <a:stretch>
            <a:fillRect/>
          </a:stretch>
        </p:blipFill>
        <p:spPr>
          <a:xfrm>
            <a:off x="6096000" y="-149225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8157" y="4767734"/>
            <a:ext cx="6644993" cy="13807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MX" dirty="0"/>
              <a:t>Desafíos del almacenamiento en red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B14AAA-1F04-769D-E7F0-4F68C8EB92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1459" y="874644"/>
            <a:ext cx="9869081" cy="339255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MX" sz="2800" b="1" dirty="0"/>
              <a:t>Costos iniciales: </a:t>
            </a:r>
            <a:r>
              <a:rPr lang="es-MX" sz="2800" dirty="0"/>
              <a:t>La implementación puede ser costosa, especialmente para soluciones avanzadas como SAN.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MX" sz="2800" b="1" dirty="0"/>
              <a:t>Complejidad de implementación: </a:t>
            </a:r>
            <a:r>
              <a:rPr lang="es-MX" sz="2800" dirty="0"/>
              <a:t>Requiere conocimientos técnicos para configurar y mantener.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MX" sz="2800" b="1" dirty="0"/>
              <a:t>Latencia y rendimiento: </a:t>
            </a:r>
            <a:r>
              <a:rPr lang="es-MX" sz="2800" dirty="0"/>
              <a:t>Depende de la calidad de la red y puede ser un problema en entornos con alto tráfico.</a:t>
            </a: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MX" spc="60" dirty="0"/>
              <a:t>Tipos de almacenamiento en red</a:t>
            </a:r>
            <a:br>
              <a:rPr lang="es-MX" spc="60" dirty="0"/>
            </a:br>
            <a:endParaRPr lang="es-ES" spc="60" dirty="0"/>
          </a:p>
        </p:txBody>
      </p:sp>
      <p:graphicFrame>
        <p:nvGraphicFramePr>
          <p:cNvPr id="6" name="Marcador de contenido 3">
            <a:extLst>
              <a:ext uri="{FF2B5EF4-FFF2-40B4-BE49-F238E27FC236}">
                <a16:creationId xmlns:a16="http://schemas.microsoft.com/office/drawing/2014/main" id="{FC102889-2E7F-E37B-1320-409A3E52DB8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462767176"/>
              </p:ext>
            </p:extLst>
          </p:nvPr>
        </p:nvGraphicFramePr>
        <p:xfrm>
          <a:off x="594360" y="2628629"/>
          <a:ext cx="10972800" cy="363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D9EE-C1A3-2837-CD2C-7C242901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61E07-445D-F501-1042-ADF0BE4C3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934" y="5019525"/>
            <a:ext cx="6343982" cy="1380760"/>
          </a:xfrm>
        </p:spPr>
        <p:txBody>
          <a:bodyPr rtlCol="0" anchor="b">
            <a:normAutofit fontScale="90000"/>
          </a:bodyPr>
          <a:lstStyle>
            <a:defPPr>
              <a:defRPr lang="es-ES"/>
            </a:defPPr>
          </a:lstStyle>
          <a:p>
            <a:r>
              <a:rPr lang="es-MX" dirty="0"/>
              <a:t>Almacenamiento DAS (Direct-</a:t>
            </a:r>
            <a:r>
              <a:rPr lang="es-MX" dirty="0" err="1"/>
              <a:t>Attached</a:t>
            </a:r>
            <a:r>
              <a:rPr lang="es-MX" dirty="0"/>
              <a:t> Storage)</a:t>
            </a:r>
            <a:br>
              <a:rPr lang="es-MX" b="1" i="0" dirty="0">
                <a:effectLst/>
              </a:rPr>
            </a:br>
            <a:endParaRPr lang="es-MX" b="1" i="0" dirty="0">
              <a:effectLst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CE5769-C22B-21D5-D1C2-B92F56145B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9572" y="123240"/>
            <a:ext cx="3451362" cy="5681211"/>
          </a:xfrm>
        </p:spPr>
        <p:txBody>
          <a:bodyPr rtlCol="0">
            <a:normAutofit fontScale="85000" lnSpcReduction="20000"/>
          </a:bodyPr>
          <a:lstStyle>
            <a:defPPr>
              <a:defRPr lang="es-ES"/>
            </a:defPPr>
          </a:lstStyle>
          <a:p>
            <a:pPr rtl="0"/>
            <a:r>
              <a:rPr lang="es-GT" dirty="0"/>
              <a:t>Dispositivos de almacenamiento conectados directamente a una computadora o servidor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GT" sz="2100" dirty="0"/>
              <a:t>.</a:t>
            </a:r>
            <a:r>
              <a:rPr lang="es-MX" sz="2100" dirty="0"/>
              <a:t> </a:t>
            </a:r>
            <a:r>
              <a:rPr lang="es-MX" sz="2100" b="1" dirty="0"/>
              <a:t>Características</a:t>
            </a:r>
            <a:r>
              <a:rPr lang="es-MX" sz="21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dirty="0"/>
              <a:t>Bajo costo inicial.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dirty="0"/>
              <a:t>Fácil de configurar.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dirty="0"/>
              <a:t>Ideal para entornos pequeños.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/>
              <a:t> Ventajas</a:t>
            </a:r>
            <a:r>
              <a:rPr lang="es-MX" sz="21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dirty="0"/>
              <a:t>Alto rendimiento.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dirty="0"/>
              <a:t>Simplicidad.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/>
              <a:t> Desventajas</a:t>
            </a:r>
            <a:r>
              <a:rPr lang="es-MX" sz="21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dirty="0"/>
              <a:t>Escalabilidad limitada.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dirty="0"/>
              <a:t>No es accesible desde la red.</a:t>
            </a:r>
          </a:p>
          <a:p>
            <a:pPr rtl="0"/>
            <a:endParaRPr lang="es-ES" dirty="0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142C6A82-B648-B3BA-AA68-89C01D51EF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827" r="1" b="2485"/>
          <a:stretch/>
        </p:blipFill>
        <p:spPr>
          <a:xfrm>
            <a:off x="3420610" y="457715"/>
            <a:ext cx="8206068" cy="4140000"/>
          </a:xfrm>
          <a:noFill/>
        </p:spPr>
      </p:pic>
    </p:spTree>
    <p:extLst>
      <p:ext uri="{BB962C8B-B14F-4D97-AF65-F5344CB8AC3E}">
        <p14:creationId xmlns:p14="http://schemas.microsoft.com/office/powerpoint/2010/main" val="37525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0448-4997-56CB-0A57-3A8D684C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BE3B2-13D7-3E27-6796-5F880AD9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MX" b="1" i="0">
                <a:effectLst/>
              </a:rPr>
              <a:t>Ejemplo 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60F2D-D21A-967E-E716-ACE615FEB3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dirty="0"/>
              <a:t>Discos duros externos</a:t>
            </a:r>
            <a:r>
              <a:rPr lang="es-MX" sz="1600" dirty="0"/>
              <a:t>: Conectados vía USB, Thunderbolt o </a:t>
            </a:r>
            <a:r>
              <a:rPr lang="es-MX" sz="1600" dirty="0" err="1"/>
              <a:t>eSATA</a:t>
            </a:r>
            <a:r>
              <a:rPr lang="es-MX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dirty="0"/>
              <a:t>Unidades SSD: </a:t>
            </a:r>
            <a:r>
              <a:rPr lang="es-MX" sz="1600" dirty="0"/>
              <a:t>Ofrecen mayor velocidad que los discos duros tradicionales.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b="1" dirty="0"/>
              <a:t>Casos de uso: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 err="1"/>
              <a:t>Backup</a:t>
            </a:r>
            <a:r>
              <a:rPr lang="es-MX" sz="1600" dirty="0"/>
              <a:t> local.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Almacenamiento temporal </a:t>
            </a:r>
            <a:r>
              <a:rPr lang="es-MX" sz="1600" b="0" i="0" dirty="0">
                <a:effectLst/>
              </a:rPr>
              <a:t>para proyectos.</a:t>
            </a:r>
          </a:p>
        </p:txBody>
      </p:sp>
      <p:pic>
        <p:nvPicPr>
          <p:cNvPr id="8" name="Marcador de posición de imagen 7" descr="Imagen de la pantalla de un computador&#10;&#10;Descripción generada automáticamente con confianza baja">
            <a:extLst>
              <a:ext uri="{FF2B5EF4-FFF2-40B4-BE49-F238E27FC236}">
                <a16:creationId xmlns:a16="http://schemas.microsoft.com/office/drawing/2014/main" id="{70FC0816-38DC-CA15-25F2-2A8AB4B9CBA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891" b="-2"/>
          <a:stretch/>
        </p:blipFill>
        <p:spPr>
          <a:xfrm>
            <a:off x="3670934" y="584005"/>
            <a:ext cx="7926705" cy="3999060"/>
          </a:xfrm>
          <a:noFill/>
        </p:spPr>
      </p:pic>
    </p:spTree>
    <p:extLst>
      <p:ext uri="{BB962C8B-B14F-4D97-AF65-F5344CB8AC3E}">
        <p14:creationId xmlns:p14="http://schemas.microsoft.com/office/powerpoint/2010/main" val="328955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1E373-2593-4A67-3BB5-08D89EFE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76F30-47CF-E270-E9FB-52BB4F42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GT" sz="3700" dirty="0"/>
              <a:t>Almacenamiento NAS (Network-</a:t>
            </a:r>
            <a:r>
              <a:rPr lang="es-GT" sz="3700" dirty="0" err="1"/>
              <a:t>Attached</a:t>
            </a:r>
            <a:r>
              <a:rPr lang="es-GT" sz="3700" dirty="0"/>
              <a:t> Storage)</a:t>
            </a:r>
            <a:br>
              <a:rPr lang="es-GT" sz="3700" dirty="0"/>
            </a:br>
            <a:endParaRPr lang="es-MX" sz="37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605373-0B4B-C13A-7FCF-D88440D008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>
            <a:normAutofit fontScale="92500" lnSpcReduction="10000"/>
          </a:bodyPr>
          <a:lstStyle>
            <a:defPPr>
              <a:defRPr lang="es-ES"/>
            </a:defPPr>
          </a:lstStyle>
          <a:p>
            <a:pPr rtl="0"/>
            <a:r>
              <a:rPr lang="es-MX" sz="2200" dirty="0"/>
              <a:t>Dispositivos de almacenamiento conectados a una red, accesibles por múltiples usuarios.</a:t>
            </a:r>
            <a:endParaRPr lang="es-GT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2200" dirty="0"/>
              <a:t>.</a:t>
            </a:r>
            <a:r>
              <a:rPr lang="es-MX" sz="2200" dirty="0"/>
              <a:t> </a:t>
            </a:r>
            <a:r>
              <a:rPr lang="es-MX" sz="2200" b="1" dirty="0"/>
              <a:t>Características</a:t>
            </a:r>
            <a:r>
              <a:rPr lang="es-MX" sz="2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200" dirty="0"/>
              <a:t>Usa protocolos como NFS y SMB/CIFS.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200" dirty="0"/>
              <a:t>Fácil de administrar.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200" b="1" dirty="0"/>
              <a:t> Ventajas</a:t>
            </a:r>
            <a:r>
              <a:rPr lang="es-MX" sz="2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200" dirty="0"/>
              <a:t>Acceso multiusuario.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200" dirty="0"/>
              <a:t>Escalabilidad moderada.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200" b="1" dirty="0"/>
              <a:t> Desventajas</a:t>
            </a:r>
            <a:r>
              <a:rPr lang="es-MX" sz="2200" dirty="0"/>
              <a:t>:</a:t>
            </a:r>
          </a:p>
          <a:p>
            <a:pPr marL="742950" lvl="1" indent="-285750"/>
            <a:r>
              <a:rPr lang="es-MX" sz="2200" dirty="0"/>
              <a:t>Rendimiento limitado por la red.</a:t>
            </a:r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A2BD4971-D46C-6440-1947-08B8ABF8964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/>
        </p:blipFill>
        <p:spPr>
          <a:xfrm>
            <a:off x="6856360" y="2520379"/>
            <a:ext cx="5176216" cy="3597470"/>
          </a:xfrm>
          <a:noFill/>
        </p:spPr>
      </p:pic>
    </p:spTree>
    <p:extLst>
      <p:ext uri="{BB962C8B-B14F-4D97-AF65-F5344CB8AC3E}">
        <p14:creationId xmlns:p14="http://schemas.microsoft.com/office/powerpoint/2010/main" val="4054935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62E2-4520-1A72-998B-43434A1D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FC7F4-5968-4294-A3BE-CCA35421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es-ES"/>
            </a:defPPr>
          </a:lstStyle>
          <a:p>
            <a:br>
              <a:rPr lang="es-GT" spc="60" dirty="0"/>
            </a:br>
            <a:br>
              <a:rPr lang="es-GT" spc="60" dirty="0"/>
            </a:br>
            <a:br>
              <a:rPr lang="es-GT" spc="60" dirty="0"/>
            </a:br>
            <a:br>
              <a:rPr lang="es-GT" spc="60" dirty="0"/>
            </a:br>
            <a:r>
              <a:rPr lang="es-GT" spc="60" dirty="0"/>
              <a:t>Arquitectura de NAS</a:t>
            </a:r>
            <a:br>
              <a:rPr lang="es-MX" spc="60" dirty="0"/>
            </a:br>
            <a:endParaRPr lang="es-ES" spc="6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A2DCD5-8F37-C0DF-5E55-DAD33C6D4A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2121" y="2703029"/>
            <a:ext cx="5102087" cy="31411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/>
              <a:t>Componentes</a:t>
            </a:r>
            <a:r>
              <a:rPr lang="es-MX" b="1" i="0" dirty="0">
                <a:solidFill>
                  <a:srgbClr val="F8FAFF"/>
                </a:solidFill>
                <a:effectLst/>
                <a:latin typeface="Inter" panose="020B0604020202020204" charset="0"/>
              </a:rPr>
              <a:t> </a:t>
            </a:r>
            <a:r>
              <a:rPr lang="es-MX" sz="2100" b="1" dirty="0"/>
              <a:t>principales</a:t>
            </a:r>
            <a:r>
              <a:rPr lang="es-MX" sz="21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b="1" dirty="0"/>
              <a:t>Servidor NAS</a:t>
            </a:r>
            <a:r>
              <a:rPr lang="es-MX" sz="2100" dirty="0"/>
              <a:t>: Hardware dedicado que gestiona el almacenamiento.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b="1" dirty="0"/>
              <a:t>Discos: </a:t>
            </a:r>
            <a:r>
              <a:rPr lang="es-MX" sz="2100" dirty="0" err="1"/>
              <a:t>HDDs</a:t>
            </a:r>
            <a:r>
              <a:rPr lang="es-MX" sz="2100" dirty="0"/>
              <a:t> o </a:t>
            </a:r>
            <a:r>
              <a:rPr lang="es-MX" sz="2100" dirty="0" err="1"/>
              <a:t>SSDs</a:t>
            </a:r>
            <a:r>
              <a:rPr lang="es-MX" sz="2100" dirty="0"/>
              <a:t> donde se almacenan los datos.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2100" b="1" dirty="0"/>
              <a:t>Software:</a:t>
            </a:r>
            <a:r>
              <a:rPr lang="es-MX" sz="2100" dirty="0"/>
              <a:t> Sistema operativo especializado para gestionar el almacenamiento</a:t>
            </a:r>
            <a:r>
              <a:rPr lang="es-MX" b="0" i="0" dirty="0">
                <a:solidFill>
                  <a:srgbClr val="F8FAFF"/>
                </a:solidFill>
                <a:effectLst/>
                <a:latin typeface="Inter" panose="020B060402020202020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DBD47729-9997-E530-C8B1-B079A2673F61}"/>
              </a:ext>
            </a:extLst>
          </p:cNvPr>
          <p:cNvSpPr txBox="1">
            <a:spLocks/>
          </p:cNvSpPr>
          <p:nvPr/>
        </p:nvSpPr>
        <p:spPr>
          <a:xfrm>
            <a:off x="6347792" y="2703029"/>
            <a:ext cx="5102087" cy="314118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s-ES"/>
            </a:defPPr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s-GT" sz="2100" b="1" dirty="0"/>
              <a:t>Protocolos comunes: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sz="2100" dirty="0"/>
              <a:t>NFS (Network File </a:t>
            </a:r>
            <a:r>
              <a:rPr lang="es-GT" sz="2100" dirty="0" err="1"/>
              <a:t>System</a:t>
            </a:r>
            <a:r>
              <a:rPr lang="es-GT" sz="2100" dirty="0"/>
              <a:t>): Usado en entornos Unix/Linux.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sz="2100" dirty="0"/>
              <a:t>SMB/CIFS (Server </a:t>
            </a:r>
            <a:r>
              <a:rPr lang="es-GT" sz="2100" dirty="0" err="1"/>
              <a:t>Message</a:t>
            </a:r>
            <a:r>
              <a:rPr lang="es-GT" sz="2100" dirty="0"/>
              <a:t> Block/</a:t>
            </a:r>
            <a:r>
              <a:rPr lang="es-GT" sz="2100" dirty="0" err="1"/>
              <a:t>Common</a:t>
            </a:r>
            <a:r>
              <a:rPr lang="es-GT" sz="2100" dirty="0"/>
              <a:t> Internet File </a:t>
            </a:r>
            <a:r>
              <a:rPr lang="es-GT" sz="2100" dirty="0" err="1"/>
              <a:t>System</a:t>
            </a:r>
            <a:r>
              <a:rPr lang="es-GT" sz="2100" dirty="0"/>
              <a:t>): Usado en entornos Windows.</a:t>
            </a:r>
            <a:br>
              <a:rPr lang="es-MX" dirty="0"/>
            </a:br>
            <a:endParaRPr lang="es-MX" dirty="0"/>
          </a:p>
          <a:p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8F7300-8A4F-2931-BE79-6E441DA46685}"/>
              </a:ext>
            </a:extLst>
          </p:cNvPr>
          <p:cNvSpPr/>
          <p:nvPr/>
        </p:nvSpPr>
        <p:spPr>
          <a:xfrm>
            <a:off x="5963478" y="2478157"/>
            <a:ext cx="119270" cy="355158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1315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9294-4EE6-53B0-7286-DD2231EB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E745F-0310-F468-8EBC-10F4B0E3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547897" cy="2542810"/>
          </a:xfrm>
        </p:spPr>
        <p:txBody>
          <a:bodyPr rtlCol="0"/>
          <a:lstStyle>
            <a:defPPr>
              <a:defRPr lang="es-ES"/>
            </a:defPPr>
          </a:lstStyle>
          <a:p>
            <a:br>
              <a:rPr lang="es-ES" dirty="0"/>
            </a:br>
            <a:r>
              <a:rPr lang="es-MX" dirty="0"/>
              <a:t>Casos de uso de NAS</a:t>
            </a:r>
            <a:br>
              <a:rPr lang="es-MX" dirty="0"/>
            </a:b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C3D523-CADA-05A3-860F-F68F971408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29" y="1232452"/>
            <a:ext cx="5198269" cy="4393095"/>
          </a:xfrm>
        </p:spPr>
        <p:txBody>
          <a:bodyPr rtlCol="0"/>
          <a:lstStyle>
            <a:defPPr>
              <a:defRPr lang="es-ES"/>
            </a:def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GT" b="1" dirty="0"/>
              <a:t>Pequeñas y medianas empresas</a:t>
            </a:r>
            <a:r>
              <a:rPr lang="es-GT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dirty="0"/>
              <a:t>Almacenamiento compartido para documentos.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dirty="0" err="1"/>
              <a:t>Backup</a:t>
            </a:r>
            <a:r>
              <a:rPr lang="es-GT" dirty="0"/>
              <a:t> centralizado.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GT" b="1" dirty="0"/>
              <a:t>Uso doméstico</a:t>
            </a:r>
            <a:r>
              <a:rPr lang="es-GT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dirty="0"/>
              <a:t>Almacenamiento de multimedia (fotos, videos, música).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dirty="0"/>
              <a:t>Acceso remoto a archivos.</a:t>
            </a:r>
          </a:p>
          <a:p>
            <a:pPr marL="0" indent="0" algn="l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51761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CAD1-4333-4AA6-E2A4-0FB049A6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077F9-F5EA-C8A8-E675-3C6A31DA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it-IT" sz="4100"/>
              <a:t>Almacenamiento SAN (Storage Area Network)</a:t>
            </a:r>
            <a:br>
              <a:rPr lang="it-IT" sz="4100"/>
            </a:br>
            <a:endParaRPr lang="es-MX" sz="4100"/>
          </a:p>
        </p:txBody>
      </p:sp>
      <p:pic>
        <p:nvPicPr>
          <p:cNvPr id="7" name="Marcador de contenido 6" descr="Imagen que contiene electrónica, monitor, computadora, escritorio&#10;&#10;Descripción generada automáticamente">
            <a:extLst>
              <a:ext uri="{FF2B5EF4-FFF2-40B4-BE49-F238E27FC236}">
                <a16:creationId xmlns:a16="http://schemas.microsoft.com/office/drawing/2014/main" id="{046D4293-AAE9-DBAD-2556-868E2073B17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5523" y="2858987"/>
            <a:ext cx="5746750" cy="3232546"/>
          </a:xfr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0918E-8D40-38CA-5249-32A386DF0FE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2348" y="1669359"/>
            <a:ext cx="4874812" cy="4612172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marL="0" indent="0" rtl="0">
              <a:buNone/>
            </a:pPr>
            <a:r>
              <a:rPr lang="es-MX" sz="1800" dirty="0"/>
              <a:t>Red dedicada de alta velocidad que conecta servidores y unidades de almacenamiento.</a:t>
            </a:r>
          </a:p>
          <a:p>
            <a:r>
              <a:rPr lang="es-MX" sz="1600" b="1" dirty="0"/>
              <a:t>Características</a:t>
            </a:r>
            <a:r>
              <a:rPr lang="es-MX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Alto rendimiento.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Escalabilidad avanzada.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dirty="0"/>
              <a:t> Ventajas</a:t>
            </a:r>
            <a:r>
              <a:rPr lang="es-MX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Ideal para grandes volúmenes de datos.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Alta disponibilidad.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dirty="0"/>
              <a:t> Desventajas</a:t>
            </a:r>
            <a:r>
              <a:rPr lang="es-MX" sz="1600" dirty="0"/>
              <a:t>:</a:t>
            </a:r>
          </a:p>
          <a:p>
            <a:pPr marL="742950" lvl="1" indent="-285750"/>
            <a:r>
              <a:rPr lang="es-MX" sz="1600" dirty="0"/>
              <a:t>Costo elevado.</a:t>
            </a:r>
          </a:p>
          <a:p>
            <a:pPr marL="742950" lvl="1" indent="-285750"/>
            <a:r>
              <a:rPr lang="es-GT" sz="1600" dirty="0"/>
              <a:t>Complejidad de implementación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452341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36DD-7CCF-0DFB-818C-AB1EF081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B123-9ABC-6169-F1F6-80B53C76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es-ES"/>
            </a:defPPr>
          </a:lstStyle>
          <a:p>
            <a:br>
              <a:rPr lang="es-GT" spc="60" dirty="0"/>
            </a:br>
            <a:br>
              <a:rPr lang="es-GT" spc="60" dirty="0"/>
            </a:br>
            <a:br>
              <a:rPr lang="es-GT" spc="60" dirty="0"/>
            </a:br>
            <a:br>
              <a:rPr lang="es-GT" spc="60" dirty="0"/>
            </a:br>
            <a:r>
              <a:rPr lang="es-GT" spc="60" dirty="0"/>
              <a:t>Arquitectura de SAN</a:t>
            </a:r>
            <a:br>
              <a:rPr lang="es-MX" spc="60" dirty="0"/>
            </a:br>
            <a:endParaRPr lang="es-ES" spc="6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43C006-E561-4205-6D4F-6E30F0BE6D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347" y="3299377"/>
            <a:ext cx="5102087" cy="194848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 err="1"/>
              <a:t>Fibre</a:t>
            </a:r>
            <a:r>
              <a:rPr lang="es-MX" sz="2100" b="1" dirty="0"/>
              <a:t> </a:t>
            </a:r>
            <a:r>
              <a:rPr lang="es-MX" sz="2100" b="1" dirty="0" err="1"/>
              <a:t>Channel</a:t>
            </a:r>
            <a:r>
              <a:rPr lang="es-MX" sz="2100" b="1" dirty="0"/>
              <a:t> </a:t>
            </a:r>
            <a:r>
              <a:rPr lang="es-MX" sz="2100" dirty="0"/>
              <a:t>(FC): Tecnología de alta velocidad para conectar servidores y almacenamiento.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 err="1"/>
              <a:t>iSCSI</a:t>
            </a:r>
            <a:r>
              <a:rPr lang="es-MX" sz="2100" dirty="0"/>
              <a:t>: Protocolo que permite el uso de redes Ethernet para SAN.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D8CD7E92-C8D8-ED44-21B7-A6597A2BB0E5}"/>
              </a:ext>
            </a:extLst>
          </p:cNvPr>
          <p:cNvSpPr txBox="1">
            <a:spLocks/>
          </p:cNvSpPr>
          <p:nvPr/>
        </p:nvSpPr>
        <p:spPr>
          <a:xfrm>
            <a:off x="6347792" y="3082495"/>
            <a:ext cx="5102087" cy="2382247"/>
          </a:xfrm>
          <a:prstGeom prst="rect">
            <a:avLst/>
          </a:prstGeom>
        </p:spPr>
        <p:txBody>
          <a:bodyPr vert="horz" lIns="0" tIns="45720" rIns="91440" bIns="45720" rtlCol="0">
            <a:normAutofit fontScale="92500" lnSpcReduction="20000"/>
          </a:bodyPr>
          <a:lstStyle>
            <a:defPPr>
              <a:defRPr lang="es-ES"/>
            </a:defPPr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GT" sz="2100" b="1" dirty="0"/>
              <a:t>Componentes</a:t>
            </a:r>
            <a:endParaRPr lang="es-MX" sz="2100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/>
              <a:t>Switches</a:t>
            </a:r>
            <a:r>
              <a:rPr lang="es-MX" sz="2100" dirty="0"/>
              <a:t>: Conectan servidores y almacenamiento.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/>
              <a:t>Matrices de almacenamiento</a:t>
            </a:r>
            <a:r>
              <a:rPr lang="es-MX" sz="2100" dirty="0"/>
              <a:t>: Unidades de disco de alta capacidad.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100" b="1" dirty="0"/>
              <a:t>Servidores</a:t>
            </a:r>
            <a:r>
              <a:rPr lang="es-MX" sz="2100" dirty="0"/>
              <a:t>: Acceden al almacenamiento a través de la red.</a:t>
            </a:r>
          </a:p>
          <a:p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31F0A1-A29D-B21E-D8B8-F1B04059F21B}"/>
              </a:ext>
            </a:extLst>
          </p:cNvPr>
          <p:cNvSpPr/>
          <p:nvPr/>
        </p:nvSpPr>
        <p:spPr>
          <a:xfrm>
            <a:off x="5963478" y="2478157"/>
            <a:ext cx="119270" cy="35515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74448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1A3D-6D48-6D02-50BE-EE9FF1CE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38349-6806-F86E-C226-0B77836E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547897" cy="2542810"/>
          </a:xfrm>
        </p:spPr>
        <p:txBody>
          <a:bodyPr rtlCol="0"/>
          <a:lstStyle>
            <a:defPPr>
              <a:defRPr lang="es-ES"/>
            </a:defPPr>
          </a:lstStyle>
          <a:p>
            <a:br>
              <a:rPr lang="es-ES" dirty="0"/>
            </a:br>
            <a:r>
              <a:rPr lang="es-MX" dirty="0"/>
              <a:t>Casos de uso de SAN</a:t>
            </a:r>
            <a:br>
              <a:rPr lang="es-MX" dirty="0"/>
            </a:b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146BFE-67F5-27F4-204D-DFA666FF11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29" y="1232452"/>
            <a:ext cx="5198269" cy="4393095"/>
          </a:xfrm>
        </p:spPr>
        <p:txBody>
          <a:bodyPr rtlCol="0"/>
          <a:lstStyle>
            <a:defPPr>
              <a:defRPr lang="es-ES"/>
            </a:defPPr>
          </a:lstStyle>
          <a:p>
            <a:pPr marL="0" indent="0" algn="l">
              <a:buNone/>
            </a:pPr>
            <a:r>
              <a:rPr lang="es-MX" b="1" dirty="0"/>
              <a:t>Grandes empresas y centros de datos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GT" dirty="0"/>
              <a:t>Bases de datos críticas.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dirty="0"/>
              <a:t>Virtualización de servidores.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GT" b="1" dirty="0"/>
              <a:t>Aplicaciones de alto rendimiento</a:t>
            </a:r>
            <a:r>
              <a:rPr lang="es-GT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dirty="0"/>
              <a:t>Análisis de </a:t>
            </a:r>
            <a:r>
              <a:rPr lang="es-GT" dirty="0" err="1"/>
              <a:t>big</a:t>
            </a:r>
            <a:r>
              <a:rPr lang="es-GT" dirty="0"/>
              <a:t> data.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GT" dirty="0"/>
              <a:t>Transacciones financieras.</a:t>
            </a:r>
          </a:p>
          <a:p>
            <a:pPr marL="0" indent="0" algn="l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167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MX" dirty="0"/>
              <a:t>Comparación entre NAS y SAN</a:t>
            </a:r>
            <a:endParaRPr lang="es-ES" dirty="0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6C34427-5DD8-3C01-54A6-DF8C34975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b="1" i="0">
                <a:effectLst/>
              </a:rPr>
              <a:t>¿Cuándo elegir NAS?</a:t>
            </a:r>
            <a:endParaRPr lang="es-MX" sz="1600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0" i="0">
                <a:effectLst/>
              </a:rPr>
              <a:t>Para entornos pequeños o medianos.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0" i="0">
                <a:effectLst/>
              </a:rPr>
              <a:t>Cuando se necesita acceso multiusuario.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i="0">
                <a:effectLst/>
              </a:rPr>
              <a:t>¿Cuándo elegir SAN?</a:t>
            </a:r>
            <a:endParaRPr lang="es-MX" sz="1600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0" i="0">
                <a:effectLst/>
              </a:rPr>
              <a:t>Para grandes volúmenes de datos.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0" i="0">
                <a:effectLst/>
              </a:rPr>
              <a:t>Cuando se requiere alto rendimiento.</a:t>
            </a:r>
          </a:p>
          <a:p>
            <a:pPr marL="457200" lvl="1" indent="0">
              <a:buNone/>
            </a:pPr>
            <a:endParaRPr lang="es-MX" sz="1600" b="0" i="0">
              <a:effectLst/>
            </a:endParaRPr>
          </a:p>
          <a:p>
            <a:endParaRPr lang="es-GT" sz="1600"/>
          </a:p>
        </p:txBody>
      </p:sp>
      <p:graphicFrame>
        <p:nvGraphicFramePr>
          <p:cNvPr id="8" name="Marcador de contenido 5">
            <a:extLst>
              <a:ext uri="{FF2B5EF4-FFF2-40B4-BE49-F238E27FC236}">
                <a16:creationId xmlns:a16="http://schemas.microsoft.com/office/drawing/2014/main" id="{232F913A-5AA8-BFEA-56F2-24778D5464D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32040606"/>
              </p:ext>
            </p:extLst>
          </p:nvPr>
        </p:nvGraphicFramePr>
        <p:xfrm>
          <a:off x="3670934" y="584005"/>
          <a:ext cx="7926705" cy="399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3E97A-720F-7EA9-403D-5EE8BA47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FA09F-5513-4D1D-C0A1-395B3D5C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GT" spc="60" dirty="0"/>
              <a:t>Almacenamiento en la nube</a:t>
            </a:r>
            <a:br>
              <a:rPr lang="es-GT" spc="60" dirty="0"/>
            </a:br>
            <a:endParaRPr lang="es-ES" spc="6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0A72D4-95E9-B705-E4A6-34CCE096A0E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70991" y="2676525"/>
            <a:ext cx="10096169" cy="3141180"/>
          </a:xfrm>
        </p:spPr>
        <p:txBody>
          <a:bodyPr rtlCol="0">
            <a:normAutofit fontScale="92500" lnSpcReduction="20000"/>
          </a:bodyPr>
          <a:lstStyle>
            <a:defPPr>
              <a:defRPr lang="es-ES"/>
            </a:defPPr>
          </a:lstStyle>
          <a:p>
            <a:pPr marL="0" indent="0" algn="l">
              <a:buNone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Datos almacenados en servidores remotos accesibles a través de Internet.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Características:</a:t>
            </a:r>
            <a:endParaRPr lang="es-MX" b="0" i="0" dirty="0">
              <a:solidFill>
                <a:srgbClr val="404040"/>
              </a:solidFill>
              <a:effectLst/>
              <a:latin typeface="Inter" panose="020B060402020202020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Escalabilidad ilimitada.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Acceso desde cualquier lugar.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Diferencias con NAS, SAN y DAS:</a:t>
            </a:r>
            <a:endParaRPr lang="es-MX" b="0" i="0" dirty="0">
              <a:solidFill>
                <a:srgbClr val="404040"/>
              </a:solidFill>
              <a:effectLst/>
              <a:latin typeface="Inter" panose="020B060402020202020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No requiere hardware local.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Pago por uso.</a:t>
            </a:r>
            <a:br>
              <a:rPr lang="es-MX" dirty="0"/>
            </a:br>
            <a:endParaRPr lang="es-MX" dirty="0"/>
          </a:p>
          <a:p>
            <a:pPr algn="l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6968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DE9FC4-D61A-9F85-1200-1201DEFF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s-MX" b="1" i="0" dirty="0">
                <a:effectLst/>
              </a:rPr>
              <a:t>Tipos de almacenamiento en la nube</a:t>
            </a:r>
            <a:br>
              <a:rPr lang="es-MX" b="1" i="0" dirty="0">
                <a:effectLst/>
              </a:rPr>
            </a:b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ADADAB9-732A-FA46-0C06-A2A61ACBD7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2895267"/>
            <a:ext cx="5044440" cy="3684604"/>
          </a:xfrm>
        </p:spPr>
        <p:txBody>
          <a:bodyPr>
            <a:normAutofit fontScale="47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300" b="1" i="0" dirty="0">
                <a:effectLst/>
              </a:rPr>
              <a:t>Público:</a:t>
            </a:r>
            <a:r>
              <a:rPr lang="es-MX" sz="3300" b="0" i="0" dirty="0">
                <a:effectLst/>
              </a:rPr>
              <a:t> Servicios ofrecidos por proveedores como AWS, Google Cloud y Azure.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300" b="1" i="0" dirty="0">
                <a:effectLst/>
              </a:rPr>
              <a:t>Privado:</a:t>
            </a:r>
            <a:r>
              <a:rPr lang="es-MX" sz="3300" b="0" i="0" dirty="0">
                <a:effectLst/>
              </a:rPr>
              <a:t> Infraestructura dedicada para una sola organización.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300" b="1" i="0" dirty="0">
                <a:effectLst/>
              </a:rPr>
              <a:t>Híbrido:</a:t>
            </a:r>
            <a:r>
              <a:rPr lang="es-MX" sz="3300" b="0" i="0" dirty="0">
                <a:effectLst/>
              </a:rPr>
              <a:t> Combinación de nube pública y privada.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300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Ejemplos:</a:t>
            </a:r>
            <a:endParaRPr lang="es-MX" sz="3300" b="0" i="0" dirty="0">
              <a:solidFill>
                <a:srgbClr val="404040"/>
              </a:solidFill>
              <a:effectLst/>
              <a:latin typeface="Inter" panose="020B0604020202020204" charset="0"/>
            </a:endParaRPr>
          </a:p>
          <a:p>
            <a:pPr lvl="1"/>
            <a:r>
              <a:rPr lang="es-MX" sz="3300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AWS S3:</a:t>
            </a:r>
            <a:r>
              <a:rPr lang="es-MX" sz="3300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 Almacenamiento de objetos.</a:t>
            </a:r>
          </a:p>
          <a:p>
            <a:pPr lvl="1"/>
            <a:r>
              <a:rPr lang="es-MX" sz="3300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Google Cloud Storage:</a:t>
            </a:r>
            <a:r>
              <a:rPr lang="es-MX" sz="3300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 Solución escalable.</a:t>
            </a:r>
          </a:p>
          <a:p>
            <a:pPr lvl="1"/>
            <a:r>
              <a:rPr lang="es-MX" sz="3300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Azure Blob Storage:</a:t>
            </a:r>
            <a:r>
              <a:rPr lang="es-MX" sz="3300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 Ideal para </a:t>
            </a:r>
            <a:r>
              <a:rPr lang="es-MX" sz="3300" b="0" i="0" dirty="0" err="1">
                <a:solidFill>
                  <a:srgbClr val="404040"/>
                </a:solidFill>
                <a:effectLst/>
                <a:latin typeface="Inter" panose="020B0604020202020204" charset="0"/>
              </a:rPr>
              <a:t>big</a:t>
            </a:r>
            <a:r>
              <a:rPr lang="es-MX" sz="3300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 data.</a:t>
            </a:r>
          </a:p>
          <a:p>
            <a:br>
              <a:rPr lang="es-MX" dirty="0"/>
            </a:br>
            <a:endParaRPr lang="es-MX" b="0" i="0" dirty="0">
              <a:effectLst/>
            </a:endParaRPr>
          </a:p>
          <a:p>
            <a:endParaRPr lang="en-US" dirty="0"/>
          </a:p>
        </p:txBody>
      </p:sp>
      <p:pic>
        <p:nvPicPr>
          <p:cNvPr id="10" name="Marcador de contenido 9" descr="Logotipo&#10;&#10;Descripción generada automáticamente">
            <a:extLst>
              <a:ext uri="{FF2B5EF4-FFF2-40B4-BE49-F238E27FC236}">
                <a16:creationId xmlns:a16="http://schemas.microsoft.com/office/drawing/2014/main" id="{A01195B5-D896-4594-6B45-707B356CA38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628" r="15821" b="-1"/>
          <a:stretch/>
        </p:blipFill>
        <p:spPr>
          <a:xfrm>
            <a:off x="6096000" y="10"/>
            <a:ext cx="6118225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943508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B06ED-DFBC-068D-6177-BAB46CD1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Ventajas del almacenamiento en la nube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FA1615-D9E1-6648-8C4A-A8AE88A789C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Escalabilidad ilimitada:</a:t>
            </a: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 Añadir capacidad según sea necesario.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Acceso desde cualquier lugar:</a:t>
            </a: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 Datos disponibles en cualquier dispositivo con Internet.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Reducción de costos:</a:t>
            </a: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 No se necesita invertir en hardware local.</a:t>
            </a:r>
          </a:p>
          <a:p>
            <a:endParaRPr lang="es-GT" dirty="0"/>
          </a:p>
        </p:txBody>
      </p:sp>
      <p:pic>
        <p:nvPicPr>
          <p:cNvPr id="7" name="Marcador de contenido 6" descr="Gráfico de red en la nube">
            <a:extLst>
              <a:ext uri="{FF2B5EF4-FFF2-40B4-BE49-F238E27FC236}">
                <a16:creationId xmlns:a16="http://schemas.microsoft.com/office/drawing/2014/main" id="{A8EC7993-69FB-A986-7050-6305A9BBE5E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98" y="584200"/>
            <a:ext cx="7109178" cy="3998913"/>
          </a:xfrm>
        </p:spPr>
      </p:pic>
    </p:spTree>
    <p:extLst>
      <p:ext uri="{BB962C8B-B14F-4D97-AF65-F5344CB8AC3E}">
        <p14:creationId xmlns:p14="http://schemas.microsoft.com/office/powerpoint/2010/main" val="3655885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DF0D8-C1C9-4DAE-ABB4-63F036CE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C5462-9594-EDF5-62C5-E852874C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Desventajas del almacenamiento en la nube</a:t>
            </a:r>
          </a:p>
        </p:txBody>
      </p:sp>
      <p:pic>
        <p:nvPicPr>
          <p:cNvPr id="7" name="Marcador de contenido 6" descr="Gráfico de red en la nube">
            <a:extLst>
              <a:ext uri="{FF2B5EF4-FFF2-40B4-BE49-F238E27FC236}">
                <a16:creationId xmlns:a16="http://schemas.microsoft.com/office/drawing/2014/main" id="{845D546D-E459-1B77-5F73-F5107B4F7BB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56" y="457201"/>
            <a:ext cx="5684895" cy="3197755"/>
          </a:xfr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9EE1E-3ACD-5569-B061-4C1D46640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3884" y="3767198"/>
            <a:ext cx="5198269" cy="242258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Dependencia de la conexión a Internet:</a:t>
            </a:r>
            <a:r>
              <a:rPr lang="es-MX" b="0" i="0" dirty="0">
                <a:effectLst/>
              </a:rPr>
              <a:t> Sin conexión, no hay acceso.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Seguridad y privacidad:</a:t>
            </a:r>
            <a:r>
              <a:rPr lang="es-MX" b="0" i="0" dirty="0">
                <a:effectLst/>
              </a:rPr>
              <a:t> Preocupaciones sobre la protección de datos sensibles.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Costos a largo plazo:</a:t>
            </a:r>
            <a:r>
              <a:rPr lang="es-MX" b="0" i="0" dirty="0">
                <a:effectLst/>
              </a:rPr>
              <a:t> El pago por uso puede acumularse con el tiempo.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72630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5EE52-4440-5577-EEAF-7040AE52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278129"/>
            <a:ext cx="5063490" cy="2354026"/>
          </a:xfrm>
        </p:spPr>
        <p:txBody>
          <a:bodyPr/>
          <a:lstStyle/>
          <a:p>
            <a:r>
              <a:rPr lang="es-GT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Almacenamiento híbrido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672DB5-8AD5-6A7D-E533-833097FBC04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08610" y="3420000"/>
            <a:ext cx="5044440" cy="3054960"/>
          </a:xfrm>
        </p:spPr>
        <p:txBody>
          <a:bodyPr>
            <a:normAutofit fontScale="92500" lnSpcReduction="20000"/>
          </a:bodyPr>
          <a:lstStyle/>
          <a:p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Combinación de almacenamiento local y en la nube.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Ventajas:</a:t>
            </a:r>
            <a:endParaRPr lang="es-MX" b="0" i="0" dirty="0">
              <a:solidFill>
                <a:srgbClr val="404040"/>
              </a:solidFill>
              <a:effectLst/>
              <a:latin typeface="Inter" panose="020B060402020202020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Flexibilidad.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Balance entre costos y rendimiento.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Casos de uso:</a:t>
            </a:r>
            <a:endParaRPr lang="es-MX" b="0" i="0" dirty="0">
              <a:solidFill>
                <a:srgbClr val="404040"/>
              </a:solidFill>
              <a:effectLst/>
              <a:latin typeface="Inter" panose="020B060402020202020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404040"/>
                </a:solidFill>
                <a:effectLst/>
                <a:latin typeface="Inter" panose="020B0604020202020204" charset="0"/>
              </a:rPr>
              <a:t>Empresas que necesitan acceso rápido a datos locales y respaldo en la nube.</a:t>
            </a:r>
          </a:p>
          <a:p>
            <a:endParaRPr lang="es-GT" dirty="0"/>
          </a:p>
        </p:txBody>
      </p:sp>
      <p:pic>
        <p:nvPicPr>
          <p:cNvPr id="6" name="Marcador de posición de imagen 5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B374153D-6F0A-4AA3-C6EF-3CD390761B1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433" t="-2114" r="28731" b="-2114"/>
          <a:stretch/>
        </p:blipFill>
        <p:spPr>
          <a:xfrm>
            <a:off x="5857876" y="0"/>
            <a:ext cx="6339666" cy="6840000"/>
          </a:xfrm>
        </p:spPr>
      </p:pic>
    </p:spTree>
    <p:extLst>
      <p:ext uri="{BB962C8B-B14F-4D97-AF65-F5344CB8AC3E}">
        <p14:creationId xmlns:p14="http://schemas.microsoft.com/office/powerpoint/2010/main" val="2935043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E311-2869-072F-DBE5-B09E49EF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254C6-45E4-1CCD-9F07-5AFF4403A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anchor="b">
            <a:normAutofit/>
          </a:bodyPr>
          <a:lstStyle/>
          <a:p>
            <a:r>
              <a:rPr lang="es-MX" sz="5600" b="1" i="0" dirty="0">
                <a:effectLst/>
              </a:rPr>
              <a:t>Protocolos de almacenamiento en red</a:t>
            </a:r>
          </a:p>
        </p:txBody>
      </p:sp>
      <p:pic>
        <p:nvPicPr>
          <p:cNvPr id="7" name="Marcador de contenido 6" descr="Diagrama&#10;&#10;Descripción generada automáticamente">
            <a:extLst>
              <a:ext uri="{FF2B5EF4-FFF2-40B4-BE49-F238E27FC236}">
                <a16:creationId xmlns:a16="http://schemas.microsoft.com/office/drawing/2014/main" id="{8C0F55B9-9177-1220-A4A6-795CB29CACB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261" r="27743"/>
          <a:stretch/>
        </p:blipFill>
        <p:spPr>
          <a:xfrm>
            <a:off x="20" y="-11113"/>
            <a:ext cx="5791180" cy="6880226"/>
          </a:xfr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9260A6-FD60-52BD-6751-1E68E10297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GT" sz="1600" b="1" i="0" dirty="0">
                <a:effectLst/>
              </a:rPr>
              <a:t>NFS (Network File </a:t>
            </a:r>
            <a:r>
              <a:rPr lang="es-GT" sz="1600" b="1" i="0" dirty="0" err="1">
                <a:effectLst/>
              </a:rPr>
              <a:t>System</a:t>
            </a:r>
            <a:r>
              <a:rPr lang="es-GT" sz="1600" b="1" i="0" dirty="0">
                <a:effectLst/>
              </a:rPr>
              <a:t>):</a:t>
            </a:r>
            <a:r>
              <a:rPr lang="es-GT" sz="1600" b="0" i="0" dirty="0">
                <a:effectLst/>
              </a:rPr>
              <a:t> Usado en entornos Unix/Linux para compartir archivos.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GT" sz="1600" b="1" i="0" dirty="0">
                <a:effectLst/>
              </a:rPr>
              <a:t>SMB/CIFS (Server </a:t>
            </a:r>
            <a:r>
              <a:rPr lang="es-GT" sz="1600" b="1" i="0" dirty="0" err="1">
                <a:effectLst/>
              </a:rPr>
              <a:t>Message</a:t>
            </a:r>
            <a:r>
              <a:rPr lang="es-GT" sz="1600" b="1" i="0" dirty="0">
                <a:effectLst/>
              </a:rPr>
              <a:t> Block/</a:t>
            </a:r>
            <a:r>
              <a:rPr lang="es-GT" sz="1600" b="1" i="0" dirty="0" err="1">
                <a:effectLst/>
              </a:rPr>
              <a:t>Common</a:t>
            </a:r>
            <a:r>
              <a:rPr lang="es-GT" sz="1600" b="1" i="0" dirty="0">
                <a:effectLst/>
              </a:rPr>
              <a:t> Internet File </a:t>
            </a:r>
            <a:r>
              <a:rPr lang="es-GT" sz="1600" b="1" i="0" dirty="0" err="1">
                <a:effectLst/>
              </a:rPr>
              <a:t>System</a:t>
            </a:r>
            <a:r>
              <a:rPr lang="es-GT" sz="1600" b="1" i="0" dirty="0">
                <a:effectLst/>
              </a:rPr>
              <a:t>):</a:t>
            </a:r>
            <a:r>
              <a:rPr lang="es-GT" sz="1600" b="0" i="0" dirty="0">
                <a:effectLst/>
              </a:rPr>
              <a:t> Usado en entornos Windows.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GT" sz="1600" b="1" i="0" dirty="0" err="1">
                <a:effectLst/>
              </a:rPr>
              <a:t>iSCSI</a:t>
            </a:r>
            <a:r>
              <a:rPr lang="es-GT" sz="1600" b="1" i="0" dirty="0">
                <a:effectLst/>
              </a:rPr>
              <a:t> (Internet Small </a:t>
            </a:r>
            <a:r>
              <a:rPr lang="es-GT" sz="1600" b="1" i="0" dirty="0" err="1">
                <a:effectLst/>
              </a:rPr>
              <a:t>Computer</a:t>
            </a:r>
            <a:r>
              <a:rPr lang="es-GT" sz="1600" b="1" i="0" dirty="0">
                <a:effectLst/>
              </a:rPr>
              <a:t> </a:t>
            </a:r>
            <a:r>
              <a:rPr lang="es-GT" sz="1600" b="1" i="0" dirty="0" err="1">
                <a:effectLst/>
              </a:rPr>
              <a:t>System</a:t>
            </a:r>
            <a:r>
              <a:rPr lang="es-GT" sz="1600" b="1" i="0" dirty="0">
                <a:effectLst/>
              </a:rPr>
              <a:t> Interface):</a:t>
            </a:r>
            <a:r>
              <a:rPr lang="es-GT" sz="1600" b="0" i="0" dirty="0">
                <a:effectLst/>
              </a:rPr>
              <a:t> Permite el uso de redes Ethernet para SAN.</a:t>
            </a:r>
          </a:p>
          <a:p>
            <a:endParaRPr lang="es-GT" sz="1500" dirty="0"/>
          </a:p>
        </p:txBody>
      </p:sp>
    </p:spTree>
    <p:extLst>
      <p:ext uri="{BB962C8B-B14F-4D97-AF65-F5344CB8AC3E}">
        <p14:creationId xmlns:p14="http://schemas.microsoft.com/office/powerpoint/2010/main" val="1732309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06D40-C533-4BF4-3777-3955E66C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8E75C-4D14-A4CE-C232-EB8ADB4E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s-MX"/>
              <a:t>Seguridad en el almacenamiento en red</a:t>
            </a:r>
            <a:endParaRPr lang="es-MX" b="1" i="0">
              <a:effectLst/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395C9667-83E9-F9CB-A738-5A39EFEF14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595313" y="2861349"/>
            <a:ext cx="5746750" cy="3227626"/>
          </a:xfr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726C73-FDF8-F2A1-2D53-B4FBDD0478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Encriptación de datos:</a:t>
            </a:r>
            <a:r>
              <a:rPr lang="es-MX" b="0" i="0">
                <a:effectLst/>
              </a:rPr>
              <a:t> Protege la información en tránsito y en reposo.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Control de acceso:</a:t>
            </a:r>
            <a:r>
              <a:rPr lang="es-MX" b="0" i="0">
                <a:effectLst/>
              </a:rPr>
              <a:t> Autenticación y autorización para limitar el acceso.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Copias de seguridad:</a:t>
            </a:r>
            <a:r>
              <a:rPr lang="es-MX" b="0" i="0">
                <a:effectLst/>
              </a:rPr>
              <a:t> Planes de recuperación ante desastres.</a:t>
            </a:r>
          </a:p>
        </p:txBody>
      </p:sp>
    </p:spTree>
    <p:extLst>
      <p:ext uri="{BB962C8B-B14F-4D97-AF65-F5344CB8AC3E}">
        <p14:creationId xmlns:p14="http://schemas.microsoft.com/office/powerpoint/2010/main" val="2182935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157E-597F-61FF-27A6-9366CF09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2A69A-0DB7-19FA-40E8-88FB8FAB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s-GT" b="1" i="0" dirty="0">
                <a:effectLst/>
              </a:rPr>
              <a:t>Redundancia y RAID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3AFB4D-9DE8-5B96-BBFE-BA7D89F68A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285" y="584005"/>
            <a:ext cx="3286124" cy="4759520"/>
          </a:xfrm>
        </p:spPr>
        <p:txBody>
          <a:bodyPr>
            <a:normAutofit/>
          </a:bodyPr>
          <a:lstStyle/>
          <a:p>
            <a:r>
              <a:rPr lang="es-MX" sz="1600" b="1" i="0" dirty="0">
                <a:effectLst/>
              </a:rPr>
              <a:t>RAID (</a:t>
            </a:r>
            <a:r>
              <a:rPr lang="es-MX" sz="1600" b="1" i="0" dirty="0" err="1">
                <a:effectLst/>
              </a:rPr>
              <a:t>Redundant</a:t>
            </a:r>
            <a:r>
              <a:rPr lang="es-MX" sz="1600" b="1" i="0" dirty="0">
                <a:effectLst/>
              </a:rPr>
              <a:t> Array </a:t>
            </a:r>
            <a:r>
              <a:rPr lang="es-MX" sz="1600" b="1" i="0" dirty="0" err="1">
                <a:effectLst/>
              </a:rPr>
              <a:t>of</a:t>
            </a:r>
            <a:r>
              <a:rPr lang="es-MX" sz="1600" b="1" i="0" dirty="0">
                <a:effectLst/>
              </a:rPr>
              <a:t> </a:t>
            </a:r>
            <a:r>
              <a:rPr lang="es-MX" sz="1600" b="1" i="0" dirty="0" err="1">
                <a:effectLst/>
              </a:rPr>
              <a:t>Independent</a:t>
            </a:r>
            <a:r>
              <a:rPr lang="es-MX" sz="1600" b="1" i="0" dirty="0">
                <a:effectLst/>
              </a:rPr>
              <a:t> Disks):</a:t>
            </a:r>
            <a:r>
              <a:rPr lang="es-MX" sz="1600" b="0" i="0" dirty="0">
                <a:effectLst/>
              </a:rPr>
              <a:t> Técnica para mejorar la fiabilidad y el rendimiento.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i="0" dirty="0">
                <a:effectLst/>
              </a:rPr>
              <a:t>Niveles comunes:</a:t>
            </a:r>
            <a:endParaRPr lang="es-MX" sz="1600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1" i="0" dirty="0">
                <a:effectLst/>
              </a:rPr>
              <a:t>RAID 0:</a:t>
            </a:r>
            <a:r>
              <a:rPr lang="es-MX" sz="1600" b="0" i="0" dirty="0">
                <a:effectLst/>
              </a:rPr>
              <a:t> </a:t>
            </a:r>
            <a:r>
              <a:rPr lang="es-MX" sz="1600" b="0" i="0" dirty="0" err="1">
                <a:effectLst/>
              </a:rPr>
              <a:t>Striping</a:t>
            </a:r>
            <a:r>
              <a:rPr lang="es-MX" sz="1600" b="0" i="0" dirty="0">
                <a:effectLst/>
              </a:rPr>
              <a:t> (mejora el rendimiento, sin redundancia).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1" i="0" dirty="0">
                <a:effectLst/>
              </a:rPr>
              <a:t>RAID 1:</a:t>
            </a:r>
            <a:r>
              <a:rPr lang="es-MX" sz="1600" b="0" i="0" dirty="0">
                <a:effectLst/>
              </a:rPr>
              <a:t> </a:t>
            </a:r>
            <a:r>
              <a:rPr lang="es-MX" sz="1600" b="0" i="0" dirty="0" err="1">
                <a:effectLst/>
              </a:rPr>
              <a:t>Mirroring</a:t>
            </a:r>
            <a:r>
              <a:rPr lang="es-MX" sz="1600" b="0" i="0" dirty="0">
                <a:effectLst/>
              </a:rPr>
              <a:t> (duplicación de datos).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1" i="0" dirty="0">
                <a:effectLst/>
              </a:rPr>
              <a:t>RAID 5:</a:t>
            </a:r>
            <a:r>
              <a:rPr lang="es-MX" sz="1600" b="0" i="0" dirty="0">
                <a:effectLst/>
              </a:rPr>
              <a:t> </a:t>
            </a:r>
            <a:r>
              <a:rPr lang="es-MX" sz="1600" b="0" i="0" dirty="0" err="1">
                <a:effectLst/>
              </a:rPr>
              <a:t>Striping</a:t>
            </a:r>
            <a:r>
              <a:rPr lang="es-MX" sz="1600" b="0" i="0" dirty="0">
                <a:effectLst/>
              </a:rPr>
              <a:t> con paridad (equilibrio entre rendimiento y redundancia).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1" i="0" dirty="0">
                <a:effectLst/>
              </a:rPr>
              <a:t>RAID 10:</a:t>
            </a:r>
            <a:r>
              <a:rPr lang="es-MX" sz="1600" b="0" i="0" dirty="0">
                <a:effectLst/>
              </a:rPr>
              <a:t> Combinación de RAID 1 y RAID 0 (alto rendimiento y redundancia).</a:t>
            </a:r>
          </a:p>
          <a:p>
            <a:endParaRPr lang="es-MX" sz="1100" b="0" i="0" dirty="0">
              <a:effectLst/>
            </a:endParaRPr>
          </a:p>
          <a:p>
            <a:endParaRPr lang="es-GT" sz="11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1205437-C7EA-092E-1723-0A18CFF73B7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4079568" y="584005"/>
            <a:ext cx="7109437" cy="3999060"/>
          </a:xfrm>
          <a:noFill/>
        </p:spPr>
      </p:pic>
    </p:spTree>
    <p:extLst>
      <p:ext uri="{BB962C8B-B14F-4D97-AF65-F5344CB8AC3E}">
        <p14:creationId xmlns:p14="http://schemas.microsoft.com/office/powerpoint/2010/main" val="3077101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852E1-C892-6824-B11B-A980540F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anchor="b">
            <a:normAutofit/>
          </a:bodyPr>
          <a:lstStyle/>
          <a:p>
            <a:r>
              <a:rPr lang="es-GT" b="1" i="0">
                <a:effectLst/>
              </a:rPr>
              <a:t>Virtualización del almacenamiento</a:t>
            </a:r>
            <a:endParaRPr lang="es-GT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A36A15-FFEA-716D-D2A2-951CA3FD01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>
            <a:normAutofit/>
          </a:bodyPr>
          <a:lstStyle/>
          <a:p>
            <a:r>
              <a:rPr lang="es-MX" b="0" i="0">
                <a:effectLst/>
              </a:rPr>
              <a:t>Creación de una capa abstracta sobre el almacenamiento físico.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Beneficios:</a:t>
            </a:r>
            <a:endParaRPr lang="es-MX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>
                <a:effectLst/>
              </a:rPr>
              <a:t>Mayor flexibilidad.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>
                <a:effectLst/>
              </a:rPr>
              <a:t>Uso eficiente de recursos.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Ejemplos:</a:t>
            </a:r>
            <a:endParaRPr lang="es-MX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VMware </a:t>
            </a:r>
            <a:r>
              <a:rPr lang="es-MX" b="1" i="0" err="1">
                <a:effectLst/>
              </a:rPr>
              <a:t>vSAN</a:t>
            </a:r>
            <a:r>
              <a:rPr lang="es-MX" b="1" i="0">
                <a:effectLst/>
              </a:rPr>
              <a:t>:</a:t>
            </a:r>
            <a:r>
              <a:rPr lang="es-MX" b="0" i="0">
                <a:effectLst/>
              </a:rPr>
              <a:t> Solución de almacenamiento definido por software.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Microsoft Storage Spaces:</a:t>
            </a:r>
            <a:r>
              <a:rPr lang="es-MX" b="0" i="0">
                <a:effectLst/>
              </a:rPr>
              <a:t> Virtualización en entornos Windows.</a:t>
            </a:r>
          </a:p>
          <a:p>
            <a:endParaRPr lang="es-GT" dirty="0"/>
          </a:p>
        </p:txBody>
      </p:sp>
      <p:pic>
        <p:nvPicPr>
          <p:cNvPr id="6" name="Marcador de contenido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4D0811C-AD13-B025-818B-9094BFF8ACD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771" r="14010" b="3"/>
          <a:stretch/>
        </p:blipFill>
        <p:spPr>
          <a:xfrm>
            <a:off x="7620000" y="2676525"/>
            <a:ext cx="3947160" cy="3597470"/>
          </a:xfrm>
          <a:noFill/>
        </p:spPr>
      </p:pic>
    </p:spTree>
    <p:extLst>
      <p:ext uri="{BB962C8B-B14F-4D97-AF65-F5344CB8AC3E}">
        <p14:creationId xmlns:p14="http://schemas.microsoft.com/office/powerpoint/2010/main" val="3971137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81A8C-D4B3-7B64-414B-6340CE23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s-GT" b="1" i="0" dirty="0">
                <a:effectLst/>
              </a:rPr>
              <a:t>Almacenamiento definido por software (SDS)</a:t>
            </a:r>
            <a:endParaRPr lang="es-GT" dirty="0"/>
          </a:p>
        </p:txBody>
      </p:sp>
      <p:pic>
        <p:nvPicPr>
          <p:cNvPr id="6" name="Marcador de contenido 5" descr="Imagen que contiene Calendario&#10;&#10;Descripción generada automáticamente">
            <a:extLst>
              <a:ext uri="{FF2B5EF4-FFF2-40B4-BE49-F238E27FC236}">
                <a16:creationId xmlns:a16="http://schemas.microsoft.com/office/drawing/2014/main" id="{2E654223-DCCB-98C5-345B-2AB64ADD826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867" r="6433" b="2"/>
          <a:stretch/>
        </p:blipFill>
        <p:spPr>
          <a:xfrm>
            <a:off x="594360" y="2676525"/>
            <a:ext cx="4490827" cy="3597470"/>
          </a:xfr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F3B1E1-B247-67B1-FDC4-9A16FD6B54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/>
          </a:bodyPr>
          <a:lstStyle/>
          <a:p>
            <a:r>
              <a:rPr lang="es-MX" sz="1700" b="0" i="0" dirty="0">
                <a:effectLst/>
              </a:rPr>
              <a:t>Separación del software de almacenamiento del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700" b="1" i="0" dirty="0">
                <a:effectLst/>
              </a:rPr>
              <a:t>Ventajas:</a:t>
            </a:r>
            <a:endParaRPr lang="es-MX" sz="1700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700" b="0" i="0" dirty="0">
                <a:effectLst/>
              </a:rPr>
              <a:t>Mayor flexibilidad.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700" b="0" i="0" dirty="0">
                <a:effectLst/>
              </a:rPr>
              <a:t>Reducción de costos.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700" b="1" i="0" dirty="0">
                <a:effectLst/>
              </a:rPr>
              <a:t>Diferencias con el almacenamiento tradicional:</a:t>
            </a:r>
            <a:endParaRPr lang="es-MX" sz="1700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700" b="0" i="0" dirty="0">
                <a:effectLst/>
              </a:rPr>
              <a:t>No depende de hardware específico.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700" b="0" i="0" dirty="0">
                <a:effectLst/>
              </a:rPr>
              <a:t>Escalabilidad más fácil.</a:t>
            </a:r>
          </a:p>
          <a:p>
            <a:endParaRPr lang="es-GT" sz="1700" dirty="0"/>
          </a:p>
        </p:txBody>
      </p:sp>
    </p:spTree>
    <p:extLst>
      <p:ext uri="{BB962C8B-B14F-4D97-AF65-F5344CB8AC3E}">
        <p14:creationId xmlns:p14="http://schemas.microsoft.com/office/powerpoint/2010/main" val="925339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FC784-7746-F943-E42E-541DEC87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Tendencias en almacenamiento en red</a:t>
            </a:r>
            <a:endParaRPr lang="es-GT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22213B-E8D3-0DC6-3308-5B06D6F9AF0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>
            <a:normAutofit/>
          </a:bodyPr>
          <a:lstStyle/>
          <a:p>
            <a:r>
              <a:rPr lang="es-MX" sz="1600" b="1" i="0" dirty="0">
                <a:effectLst/>
              </a:rPr>
              <a:t>Almacenamiento </a:t>
            </a:r>
            <a:r>
              <a:rPr lang="es-MX" sz="1600" b="1" i="0" dirty="0" err="1">
                <a:effectLst/>
              </a:rPr>
              <a:t>hiperconvergente</a:t>
            </a:r>
            <a:r>
              <a:rPr lang="es-MX" sz="1600" b="1" i="0" dirty="0">
                <a:effectLst/>
              </a:rPr>
              <a:t>:</a:t>
            </a:r>
            <a:r>
              <a:rPr lang="es-MX" sz="1600" b="0" i="0" dirty="0">
                <a:effectLst/>
              </a:rPr>
              <a:t> Integración de almacenamiento, computación y redes en una sola solución.</a:t>
            </a:r>
          </a:p>
          <a:p>
            <a:r>
              <a:rPr lang="es-MX" sz="1600" b="1" i="0" dirty="0">
                <a:effectLst/>
              </a:rPr>
              <a:t>Edge </a:t>
            </a:r>
            <a:r>
              <a:rPr lang="es-MX" sz="1600" b="1" i="0" dirty="0" err="1">
                <a:effectLst/>
              </a:rPr>
              <a:t>computing</a:t>
            </a:r>
            <a:r>
              <a:rPr lang="es-MX" sz="1600" b="1" i="0" dirty="0">
                <a:effectLst/>
              </a:rPr>
              <a:t>:</a:t>
            </a:r>
            <a:r>
              <a:rPr lang="es-MX" sz="1600" b="0" i="0" dirty="0">
                <a:effectLst/>
              </a:rPr>
              <a:t> Almacenamiento descentralizado para procesar datos cerca de la fuente.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i="0" dirty="0">
                <a:effectLst/>
              </a:rPr>
              <a:t>Tendencias emergentes:</a:t>
            </a:r>
            <a:endParaRPr lang="es-MX" sz="1600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</a:rPr>
              <a:t>Almacenamiento cuántico.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</a:rPr>
              <a:t>Almacenamiento en ADN.</a:t>
            </a:r>
          </a:p>
        </p:txBody>
      </p:sp>
      <p:pic>
        <p:nvPicPr>
          <p:cNvPr id="8" name="Marcador de contenido 7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3B4AB979-65AA-5BA3-1CCB-E20A815AB7D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6096000" y="1478816"/>
            <a:ext cx="6118225" cy="3900368"/>
          </a:xfrm>
          <a:noFill/>
        </p:spPr>
      </p:pic>
    </p:spTree>
    <p:extLst>
      <p:ext uri="{BB962C8B-B14F-4D97-AF65-F5344CB8AC3E}">
        <p14:creationId xmlns:p14="http://schemas.microsoft.com/office/powerpoint/2010/main" val="4042453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3F6E-5A87-EB83-436B-3EAF1084F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AE8F6-F0FA-CB0A-120A-CC02B4E0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anchor="b">
            <a:normAutofit/>
          </a:bodyPr>
          <a:lstStyle/>
          <a:p>
            <a:r>
              <a:rPr lang="es-GT" b="1" i="0">
                <a:effectLst/>
              </a:rPr>
              <a:t>Almacenamiento para Big Data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B27D1EF-9898-E576-DC68-5FFAFABEAA6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680162" y="2676525"/>
            <a:ext cx="5577472" cy="3597470"/>
          </a:xfrm>
          <a:noFill/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57E50D-AA6A-D8FC-9983-D54BF7BF2F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Requerimientos:</a:t>
            </a:r>
            <a:endParaRPr lang="es-MX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Alta capacidad.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Escalabilidad.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Soluciones:</a:t>
            </a:r>
            <a:endParaRPr lang="es-MX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Hadoop </a:t>
            </a:r>
            <a:r>
              <a:rPr lang="es-MX" b="1" i="0" dirty="0" err="1">
                <a:effectLst/>
              </a:rPr>
              <a:t>Distributed</a:t>
            </a:r>
            <a:r>
              <a:rPr lang="es-MX" b="1" i="0" dirty="0">
                <a:effectLst/>
              </a:rPr>
              <a:t> File </a:t>
            </a:r>
            <a:r>
              <a:rPr lang="es-MX" b="1" i="0" dirty="0" err="1">
                <a:effectLst/>
              </a:rPr>
              <a:t>System</a:t>
            </a:r>
            <a:r>
              <a:rPr lang="es-MX" b="1" i="0" dirty="0">
                <a:effectLst/>
              </a:rPr>
              <a:t> (HDFS):</a:t>
            </a:r>
            <a:r>
              <a:rPr lang="es-MX" b="0" i="0" dirty="0">
                <a:effectLst/>
              </a:rPr>
              <a:t> Diseñado para grandes volúmenes de datos.</a:t>
            </a:r>
          </a:p>
        </p:txBody>
      </p:sp>
    </p:spTree>
    <p:extLst>
      <p:ext uri="{BB962C8B-B14F-4D97-AF65-F5344CB8AC3E}">
        <p14:creationId xmlns:p14="http://schemas.microsoft.com/office/powerpoint/2010/main" val="3189406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AB3D3-C168-54F7-1546-A8E8D414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FE937-6E4B-7B3E-9AD5-0DE22AD6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Almacenamiento para IA y Machine </a:t>
            </a:r>
            <a:r>
              <a:rPr lang="es-MX" b="1" i="0" err="1">
                <a:effectLst/>
              </a:rPr>
              <a:t>Learning</a:t>
            </a:r>
            <a:endParaRPr lang="es-MX" b="1" i="0">
              <a:effectLst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96FEE5-3314-9D42-054F-BF16BD6D41B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1700" b="1" i="0">
                <a:effectLst/>
              </a:rPr>
              <a:t>Necesidades:</a:t>
            </a:r>
            <a:endParaRPr lang="es-MX" sz="1700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700" b="0" i="0">
                <a:effectLst/>
              </a:rPr>
              <a:t>Almacenamiento rápido para grandes conjuntos de datos.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700" b="0" i="0">
                <a:effectLst/>
              </a:rPr>
              <a:t>Acceso concurrente.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700" b="1" i="0">
                <a:effectLst/>
              </a:rPr>
              <a:t>Ejemplos de soluciones:</a:t>
            </a:r>
            <a:endParaRPr lang="es-MX" sz="1700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700" b="0" i="0">
                <a:effectLst/>
              </a:rPr>
              <a:t>Almacenamiento en la nube con </a:t>
            </a:r>
            <a:r>
              <a:rPr lang="es-MX" sz="1700" b="0" i="0" err="1">
                <a:effectLst/>
              </a:rPr>
              <a:t>GPUs</a:t>
            </a:r>
            <a:r>
              <a:rPr lang="es-MX" sz="1700" b="0" i="0">
                <a:effectLst/>
              </a:rPr>
              <a:t> integradas.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CA4A836-79B7-D003-D9F2-BEA0B87996E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3670934" y="829752"/>
            <a:ext cx="7926705" cy="3507566"/>
          </a:xfrm>
          <a:noFill/>
        </p:spPr>
      </p:pic>
    </p:spTree>
    <p:extLst>
      <p:ext uri="{BB962C8B-B14F-4D97-AF65-F5344CB8AC3E}">
        <p14:creationId xmlns:p14="http://schemas.microsoft.com/office/powerpoint/2010/main" val="3394806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9069D-8500-08FF-7333-745ED901E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61330-74DF-496F-9DF4-2EDF592A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Almacenamiento en red para empresas pequeñas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024F4C-CDC3-DEF5-9CE7-D7FC91C9BA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Soluciones asequibles:</a:t>
            </a:r>
            <a:endParaRPr lang="es-MX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>
                <a:effectLst/>
              </a:rPr>
              <a:t>NAS de gama media.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Escalabilidad:</a:t>
            </a:r>
            <a:endParaRPr lang="es-MX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>
                <a:effectLst/>
              </a:rPr>
              <a:t>Añadir discos según sea necesario.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Ejemplos:</a:t>
            </a:r>
            <a:endParaRPr lang="es-MX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>
                <a:effectLst/>
              </a:rPr>
              <a:t>Synology, QNAP.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89DCC53-A3F4-CB87-01EA-A9C8E562C3F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174" r="-3" b="8571"/>
          <a:stretch/>
        </p:blipFill>
        <p:spPr>
          <a:xfrm>
            <a:off x="3670934" y="584005"/>
            <a:ext cx="7926705" cy="3999060"/>
          </a:xfrm>
          <a:noFill/>
        </p:spPr>
      </p:pic>
    </p:spTree>
    <p:extLst>
      <p:ext uri="{BB962C8B-B14F-4D97-AF65-F5344CB8AC3E}">
        <p14:creationId xmlns:p14="http://schemas.microsoft.com/office/powerpoint/2010/main" val="84299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1ED3-552F-35C3-BA0D-EB3CB353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FCEFB-CBE8-B990-241B-1DF7DFB7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Almacenamiento en red para grandes empresas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6F97556B-9334-AEA7-08EA-F4C13A6F0EA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986" r="5159" b="2"/>
          <a:stretch/>
        </p:blipFill>
        <p:spPr>
          <a:xfrm>
            <a:off x="595523" y="2676525"/>
            <a:ext cx="5746750" cy="3597470"/>
          </a:xfrm>
          <a:noFill/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2D5BA2-1693-A8CA-7151-813561C8B4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Soluciones de alta disponibilidad:</a:t>
            </a:r>
            <a:endParaRPr lang="es-MX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>
                <a:effectLst/>
              </a:rPr>
              <a:t>SAN.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>
                <a:effectLst/>
              </a:rPr>
              <a:t>Almacenamiento en la nube híbrido.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>
                <a:effectLst/>
              </a:rPr>
              <a:t>Rendimiento:</a:t>
            </a:r>
            <a:endParaRPr lang="es-MX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err="1">
                <a:effectLst/>
              </a:rPr>
              <a:t>Fibre</a:t>
            </a:r>
            <a:r>
              <a:rPr lang="es-MX" b="0" i="0">
                <a:effectLst/>
              </a:rPr>
              <a:t> </a:t>
            </a:r>
            <a:r>
              <a:rPr lang="es-MX" b="0" i="0" err="1">
                <a:effectLst/>
              </a:rPr>
              <a:t>Channel</a:t>
            </a:r>
            <a:r>
              <a:rPr lang="es-MX" b="0" i="0">
                <a:effectLst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err="1">
                <a:effectLst/>
              </a:rPr>
              <a:t>iSCSI</a:t>
            </a:r>
            <a:r>
              <a:rPr lang="es-MX" b="0" i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90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2E6A-91E1-6FCB-9D72-8A7798BF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A40E4-CEF9-93A5-C03A-EBFAC068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Almacenamiento en red para uso doméstico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B21DC2-CED5-753E-FC8E-B60C8E0E535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Soluciones NAS:</a:t>
            </a:r>
            <a:endParaRPr lang="es-MX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Almacenamiento multimedia.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 err="1">
                <a:effectLst/>
              </a:rPr>
              <a:t>Backup</a:t>
            </a:r>
            <a:r>
              <a:rPr lang="es-MX" b="0" i="0" dirty="0">
                <a:effectLst/>
              </a:rPr>
              <a:t> automático.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Acceso remoto:</a:t>
            </a:r>
            <a:endParaRPr lang="es-MX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Aplicaciones móviles.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023F2C2-A2B5-7331-8579-4F038F58A31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46" r="3046"/>
          <a:stretch/>
        </p:blipFill>
        <p:spPr>
          <a:xfrm>
            <a:off x="6096000" y="10"/>
            <a:ext cx="6118225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2059773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07020-EBB0-B8A3-F796-15F06BE7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s-MX" sz="4100" b="1" i="0">
                <a:effectLst/>
              </a:rPr>
              <a:t>Costos del almacenamiento en red</a:t>
            </a:r>
            <a:br>
              <a:rPr lang="es-MX" sz="4100" b="1" i="0">
                <a:effectLst/>
              </a:rPr>
            </a:br>
            <a:endParaRPr lang="es-GT" sz="4100"/>
          </a:p>
        </p:txBody>
      </p:sp>
      <p:graphicFrame>
        <p:nvGraphicFramePr>
          <p:cNvPr id="6" name="Marcador de posición de imagen 3">
            <a:extLst>
              <a:ext uri="{FF2B5EF4-FFF2-40B4-BE49-F238E27FC236}">
                <a16:creationId xmlns:a16="http://schemas.microsoft.com/office/drawing/2014/main" id="{9ED0DDCD-7010-7CCF-8186-9ABEE301FC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6975059"/>
              </p:ext>
            </p:extLst>
          </p:nvPr>
        </p:nvGraphicFramePr>
        <p:xfrm>
          <a:off x="594359" y="2281918"/>
          <a:ext cx="6787747" cy="3708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7849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3FE5-BF61-7672-F5F7-2BBAD659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Implementación de almacenamiento en red</a:t>
            </a:r>
            <a:endParaRPr lang="es-GT" dirty="0"/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C34F0BA3-111D-11B8-4295-2E00A005283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45812593"/>
              </p:ext>
            </p:extLst>
          </p:nvPr>
        </p:nvGraphicFramePr>
        <p:xfrm>
          <a:off x="3657600" y="2282008"/>
          <a:ext cx="7810500" cy="3699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20823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B0784-B0DB-F2EE-562F-2D346410B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s-MX" b="1" i="0">
                <a:effectLst/>
              </a:rPr>
              <a:t>Mantenimiento del almacenamiento en red</a:t>
            </a:r>
            <a:endParaRPr lang="es-GT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1DD79C7-F96A-418D-0741-86DAC6620DE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501524385"/>
              </p:ext>
            </p:extLst>
          </p:nvPr>
        </p:nvGraphicFramePr>
        <p:xfrm>
          <a:off x="594360" y="2628629"/>
          <a:ext cx="10972800" cy="363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7256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2BF60-243F-1074-CCF1-69C716FB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s-MX" sz="3700" b="1" i="0" dirty="0">
                <a:effectLst/>
              </a:rPr>
              <a:t>Migración a soluciones de almacenamiento en red</a:t>
            </a:r>
            <a:br>
              <a:rPr lang="es-MX" sz="3700" b="1" i="0" dirty="0">
                <a:effectLst/>
              </a:rPr>
            </a:br>
            <a:endParaRPr lang="es-GT" sz="3700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B2D6C73-797B-E12B-84D7-E7151A4B617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417719" y="1641848"/>
            <a:ext cx="2825750" cy="1883373"/>
          </a:xfrm>
        </p:spPr>
      </p:pic>
      <p:graphicFrame>
        <p:nvGraphicFramePr>
          <p:cNvPr id="5" name="Marcador de tabla 2">
            <a:extLst>
              <a:ext uri="{FF2B5EF4-FFF2-40B4-BE49-F238E27FC236}">
                <a16:creationId xmlns:a16="http://schemas.microsoft.com/office/drawing/2014/main" id="{52E0E48C-BDC1-0801-BD1F-6C9E93510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546219"/>
              </p:ext>
            </p:extLst>
          </p:nvPr>
        </p:nvGraphicFramePr>
        <p:xfrm>
          <a:off x="3670934" y="584005"/>
          <a:ext cx="7926705" cy="399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78061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A5EB0-98E7-28D5-BB7F-4FF0C57FB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pPr algn="r"/>
            <a:r>
              <a:rPr lang="es-GT" b="1" i="0" dirty="0">
                <a:effectLst/>
              </a:rPr>
              <a:t>Casos de éxito</a:t>
            </a:r>
            <a:br>
              <a:rPr lang="es-GT" b="1" i="0" dirty="0">
                <a:effectLst/>
              </a:rPr>
            </a:br>
            <a:endParaRPr lang="es-GT" dirty="0"/>
          </a:p>
        </p:txBody>
      </p:sp>
      <p:graphicFrame>
        <p:nvGraphicFramePr>
          <p:cNvPr id="5" name="Marcador de tabla 2">
            <a:extLst>
              <a:ext uri="{FF2B5EF4-FFF2-40B4-BE49-F238E27FC236}">
                <a16:creationId xmlns:a16="http://schemas.microsoft.com/office/drawing/2014/main" id="{18284BA6-A2F7-FE76-BBC8-6CA0D958D0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5368119"/>
              </p:ext>
            </p:extLst>
          </p:nvPr>
        </p:nvGraphicFramePr>
        <p:xfrm>
          <a:off x="3670934" y="584005"/>
          <a:ext cx="7926705" cy="399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Marcador de contenido 5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CE27B864-35A0-54CA-1701-F46B16401C7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11559" y="2147510"/>
            <a:ext cx="3276662" cy="1820368"/>
          </a:xfrm>
        </p:spPr>
      </p:pic>
    </p:spTree>
    <p:extLst>
      <p:ext uri="{BB962C8B-B14F-4D97-AF65-F5344CB8AC3E}">
        <p14:creationId xmlns:p14="http://schemas.microsoft.com/office/powerpoint/2010/main" val="2663351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A0FBD-AAAB-5D8F-CDC0-CB607D95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s-MX" sz="4100" b="1" i="0">
                <a:effectLst/>
              </a:rPr>
              <a:t>Errores comunes al implementar almacenamiento en red</a:t>
            </a:r>
            <a:br>
              <a:rPr lang="es-MX" sz="4100" b="1" i="0">
                <a:effectLst/>
              </a:rPr>
            </a:br>
            <a:endParaRPr lang="es-GT" sz="410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7315B547-A7F5-216D-0E12-28A063B63FAA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347540322"/>
              </p:ext>
            </p:extLst>
          </p:nvPr>
        </p:nvGraphicFramePr>
        <p:xfrm>
          <a:off x="594360" y="2628629"/>
          <a:ext cx="10972800" cy="363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8468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56397-715B-91CF-0FB5-762AF276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s-MX" b="1" i="0" dirty="0">
                <a:effectLst/>
              </a:rPr>
              <a:t>Futuro del almacenamiento en red</a:t>
            </a:r>
            <a:br>
              <a:rPr lang="es-MX" b="1" i="0" dirty="0">
                <a:effectLst/>
              </a:rPr>
            </a:b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2E2974-873C-CF1A-3283-E4DE68045DB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Tendencias emergentes:</a:t>
            </a:r>
            <a:endParaRPr lang="es-MX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Almacenamiento cuántico.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Almacenamiento en ADN.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i="0" dirty="0">
                <a:effectLst/>
              </a:rPr>
              <a:t>Impacto de la 5G y el </a:t>
            </a:r>
            <a:r>
              <a:rPr lang="es-MX" b="1" i="0" dirty="0" err="1">
                <a:effectLst/>
              </a:rPr>
              <a:t>IoT</a:t>
            </a:r>
            <a:r>
              <a:rPr lang="es-MX" b="1" i="0" dirty="0">
                <a:effectLst/>
              </a:rPr>
              <a:t>:</a:t>
            </a:r>
            <a:endParaRPr lang="es-MX" b="0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Mayor demanda de almacenamiento descentralizado.</a:t>
            </a:r>
          </a:p>
          <a:p>
            <a:endParaRPr lang="es-GT" dirty="0"/>
          </a:p>
        </p:txBody>
      </p:sp>
      <p:pic>
        <p:nvPicPr>
          <p:cNvPr id="8" name="Picture 5" descr="Patrón de fondo&#10;&#10;Descripción generada automáticamente">
            <a:extLst>
              <a:ext uri="{FF2B5EF4-FFF2-40B4-BE49-F238E27FC236}">
                <a16:creationId xmlns:a16="http://schemas.microsoft.com/office/drawing/2014/main" id="{16E8E017-C0E8-3AC5-AF3E-983B73E3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39" r="3880" b="2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4506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343C8-0EF3-F12B-38DA-832702E2A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anchor="b">
            <a:normAutofit/>
          </a:bodyPr>
          <a:lstStyle/>
          <a:p>
            <a:r>
              <a:rPr lang="es-GT" b="1" i="0">
                <a:effectLst/>
              </a:rPr>
              <a:t>Preguntas frecuentes</a:t>
            </a:r>
            <a:br>
              <a:rPr lang="es-GT" b="1" i="0">
                <a:effectLst/>
              </a:rPr>
            </a:br>
            <a:endParaRPr lang="es-GT" dirty="0"/>
          </a:p>
        </p:txBody>
      </p:sp>
      <p:pic>
        <p:nvPicPr>
          <p:cNvPr id="5" name="Marcador de posición de imagen 4" descr="Imagen que contiene Icono&#10;&#10;Descripción generada automáticamente">
            <a:extLst>
              <a:ext uri="{FF2B5EF4-FFF2-40B4-BE49-F238E27FC236}">
                <a16:creationId xmlns:a16="http://schemas.microsoft.com/office/drawing/2014/main" id="{DBF585DB-2942-849C-3773-4C1EFEAA4A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914" r="7914"/>
          <a:stretch>
            <a:fillRect/>
          </a:stretch>
        </p:blipFill>
        <p:spPr>
          <a:xfrm>
            <a:off x="0" y="-11113"/>
            <a:ext cx="5791200" cy="6880226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159E8D-1FCD-9CD1-DA1F-5D7FC69D76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1500" b="1" i="0">
                <a:effectLst/>
              </a:rPr>
              <a:t>¿Qué tipo de almacenamiento en red es mejor para mi negocio?</a:t>
            </a:r>
            <a:endParaRPr lang="es-MX" sz="1500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500" b="0" i="0">
                <a:solidFill>
                  <a:schemeClr val="tx2">
                    <a:lumMod val="75000"/>
                  </a:schemeClr>
                </a:solidFill>
                <a:effectLst/>
              </a:rPr>
              <a:t>Depende de tus necesidades: NAS para pequeñas empresas, SAN para grandes volúmenes de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500" b="1" i="0">
                <a:effectLst/>
              </a:rPr>
              <a:t>¿Cómo garantizar la seguridad de mis datos en la nube?</a:t>
            </a:r>
            <a:endParaRPr lang="es-MX" sz="1500" b="0" i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500" b="0" i="0">
                <a:solidFill>
                  <a:schemeClr val="tx2">
                    <a:lumMod val="75000"/>
                  </a:schemeClr>
                </a:solidFill>
                <a:effectLst/>
              </a:rPr>
              <a:t>Usar encriptación y controles de acceso.</a:t>
            </a:r>
          </a:p>
          <a:p>
            <a:endParaRPr lang="es-GT" sz="1500"/>
          </a:p>
        </p:txBody>
      </p:sp>
    </p:spTree>
    <p:extLst>
      <p:ext uri="{BB962C8B-B14F-4D97-AF65-F5344CB8AC3E}">
        <p14:creationId xmlns:p14="http://schemas.microsoft.com/office/powerpoint/2010/main" val="1367726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83F06-C678-773F-7CCA-D478A2BD5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s-GT" b="1" i="0">
                <a:effectLst/>
              </a:rPr>
              <a:t>Conclusión</a:t>
            </a:r>
            <a:br>
              <a:rPr lang="es-GT" b="1" i="0">
                <a:effectLst/>
              </a:rPr>
            </a:b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6D8DE4-F9F9-48AB-D81F-EC8BC7F401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1500" b="0" i="0" dirty="0">
                <a:solidFill>
                  <a:schemeClr val="bg1"/>
                </a:solidFill>
                <a:effectLst/>
              </a:rPr>
              <a:t>Resumen de los puntos clave: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500" b="0" i="0" dirty="0">
                <a:effectLst/>
              </a:rPr>
              <a:t>DAS, NAS, SAN y nube tienen ventajas y desventajas.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500" b="0" i="0" dirty="0">
                <a:effectLst/>
              </a:rPr>
              <a:t>La elección depende de las necesidades específicas.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500" b="0" i="0" dirty="0">
                <a:solidFill>
                  <a:schemeClr val="bg1"/>
                </a:solidFill>
                <a:effectLst/>
              </a:rPr>
              <a:t>Importancia de evaluar cuidadosamente antes de implementar.</a:t>
            </a:r>
          </a:p>
          <a:p>
            <a:endParaRPr lang="es-GT" sz="1500" dirty="0"/>
          </a:p>
        </p:txBody>
      </p:sp>
    </p:spTree>
    <p:extLst>
      <p:ext uri="{BB962C8B-B14F-4D97-AF65-F5344CB8AC3E}">
        <p14:creationId xmlns:p14="http://schemas.microsoft.com/office/powerpoint/2010/main" val="12252971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55089-CFB7-73EB-175C-F369CA16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s-GT" b="1" i="0" dirty="0">
                <a:effectLst/>
              </a:rPr>
              <a:t>Recomendaciones finales</a:t>
            </a:r>
            <a:br>
              <a:rPr lang="es-GT" b="1" i="0" dirty="0">
                <a:effectLst/>
              </a:rPr>
            </a:b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5971AB-0ABB-1DB5-0DBE-24781D1323F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Evaluar necesidades antes de elegir una solución.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Considerar la escalabilidad y seguridad.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0" i="0" dirty="0">
                <a:effectLst/>
              </a:rPr>
              <a:t>Planificar para el futuro.</a:t>
            </a:r>
          </a:p>
          <a:p>
            <a:endParaRPr lang="es-GT" dirty="0"/>
          </a:p>
        </p:txBody>
      </p:sp>
      <p:pic>
        <p:nvPicPr>
          <p:cNvPr id="5" name="Picture 4" descr="Persona entregando llaves">
            <a:extLst>
              <a:ext uri="{FF2B5EF4-FFF2-40B4-BE49-F238E27FC236}">
                <a16:creationId xmlns:a16="http://schemas.microsoft.com/office/drawing/2014/main" id="{0FE016FF-CFBB-C35E-EA81-B1AA42689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64" r="26385" b="-1"/>
          <a:stretch/>
        </p:blipFill>
        <p:spPr>
          <a:xfrm>
            <a:off x="6096000" y="10"/>
            <a:ext cx="6118225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6326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imer plano de manos aplaudiendo">
            <a:extLst>
              <a:ext uri="{FF2B5EF4-FFF2-40B4-BE49-F238E27FC236}">
                <a16:creationId xmlns:a16="http://schemas.microsoft.com/office/drawing/2014/main" id="{7268E8D2-F69A-3C15-B5F9-18B0F760D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8" b="14995"/>
          <a:stretch/>
        </p:blipFill>
        <p:spPr>
          <a:xfrm>
            <a:off x="20" y="10"/>
            <a:ext cx="12191980" cy="688053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  <a:noFill/>
        </p:spPr>
      </p:pic>
      <p:sp>
        <p:nvSpPr>
          <p:cNvPr id="4" name="Pergamino: horizontal 3">
            <a:extLst>
              <a:ext uri="{FF2B5EF4-FFF2-40B4-BE49-F238E27FC236}">
                <a16:creationId xmlns:a16="http://schemas.microsoft.com/office/drawing/2014/main" id="{230D7991-3B53-AC81-2792-4D814DFDEF1E}"/>
              </a:ext>
            </a:extLst>
          </p:cNvPr>
          <p:cNvSpPr/>
          <p:nvPr/>
        </p:nvSpPr>
        <p:spPr>
          <a:xfrm>
            <a:off x="5592417" y="2402278"/>
            <a:ext cx="4002156" cy="1630017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725" y="444500"/>
            <a:ext cx="5478463" cy="329247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chemeClr val="bg1"/>
                </a:solidFill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4d3b6a-4ba9-4613-bbbb-a1bffc00d9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1ECE7E405C86F4AAC9D57B5C1A0129E" ma:contentTypeVersion="6" ma:contentTypeDescription="Crear nuevo documento." ma:contentTypeScope="" ma:versionID="ad94fa9510169d24f74248ce32822b39">
  <xsd:schema xmlns:xsd="http://www.w3.org/2001/XMLSchema" xmlns:xs="http://www.w3.org/2001/XMLSchema" xmlns:p="http://schemas.microsoft.com/office/2006/metadata/properties" xmlns:ns3="ac4d3b6a-4ba9-4613-bbbb-a1bffc00d9b5" targetNamespace="http://schemas.microsoft.com/office/2006/metadata/properties" ma:root="true" ma:fieldsID="72f81d1192fe59ba6f65e4b3193dbc93" ns3:_="">
    <xsd:import namespace="ac4d3b6a-4ba9-4613-bbbb-a1bffc00d9b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4d3b6a-4ba9-4613-bbbb-a1bffc00d9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c4d3b6a-4ba9-4613-bbbb-a1bffc00d9b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169BFA-4BFE-4F28-9AEA-8A6C1108C9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4d3b6a-4ba9-4613-bbbb-a1bffc00d9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{EEA74BD4-BD53-42E3-8FF3-77D288694295}tf78853419_win32</Template>
  <TotalTime>153</TotalTime>
  <Words>1930</Words>
  <Application>Microsoft Office PowerPoint</Application>
  <PresentationFormat>Panorámica</PresentationFormat>
  <Paragraphs>316</Paragraphs>
  <Slides>46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46</vt:i4>
      </vt:variant>
    </vt:vector>
  </HeadingPairs>
  <TitlesOfParts>
    <vt:vector size="53" baseType="lpstr">
      <vt:lpstr>Arial</vt:lpstr>
      <vt:lpstr>Calibri</vt:lpstr>
      <vt:lpstr>Franklin Gothic Book</vt:lpstr>
      <vt:lpstr>Franklin Gothic Demi</vt:lpstr>
      <vt:lpstr>Inter</vt:lpstr>
      <vt:lpstr>Personalizar</vt:lpstr>
      <vt:lpstr>Office Theme</vt:lpstr>
      <vt:lpstr>Presentación de PowerPoint</vt:lpstr>
      <vt:lpstr>Agenda </vt:lpstr>
      <vt:lpstr>Tipos de almacenamientos en red</vt:lpstr>
      <vt:lpstr>Contenido</vt:lpstr>
      <vt:lpstr>Conceptos básicos</vt:lpstr>
      <vt:lpstr>Almacenamiento</vt:lpstr>
      <vt:lpstr> Beneficios del almacenamiento en red </vt:lpstr>
      <vt:lpstr>Desafíos del almacenamiento en red</vt:lpstr>
      <vt:lpstr>Desafíos del almacenamiento en red</vt:lpstr>
      <vt:lpstr>Tipos de almacenamiento en red </vt:lpstr>
      <vt:lpstr>Almacenamiento DAS (Direct-Attached Storage) </vt:lpstr>
      <vt:lpstr>Ejemplo DAS</vt:lpstr>
      <vt:lpstr>Almacenamiento NAS (Network-Attached Storage) </vt:lpstr>
      <vt:lpstr>    Arquitectura de NAS </vt:lpstr>
      <vt:lpstr> Casos de uso de NAS </vt:lpstr>
      <vt:lpstr>Almacenamiento SAN (Storage Area Network) </vt:lpstr>
      <vt:lpstr>    Arquitectura de SAN </vt:lpstr>
      <vt:lpstr> Casos de uso de SAN </vt:lpstr>
      <vt:lpstr>Comparación entre NAS y SAN</vt:lpstr>
      <vt:lpstr>Almacenamiento en la nube </vt:lpstr>
      <vt:lpstr>Tipos de almacenamiento en la nube </vt:lpstr>
      <vt:lpstr>Ventajas del almacenamiento en la nube</vt:lpstr>
      <vt:lpstr>Desventajas del almacenamiento en la nube</vt:lpstr>
      <vt:lpstr>Almacenamiento híbrido</vt:lpstr>
      <vt:lpstr>Protocolos de almacenamiento en red</vt:lpstr>
      <vt:lpstr>Seguridad en el almacenamiento en red</vt:lpstr>
      <vt:lpstr>Redundancia y RAID</vt:lpstr>
      <vt:lpstr>Virtualización del almacenamiento</vt:lpstr>
      <vt:lpstr>Almacenamiento definido por software (SDS)</vt:lpstr>
      <vt:lpstr>Tendencias en almacenamiento en red</vt:lpstr>
      <vt:lpstr>Almacenamiento para Big Data</vt:lpstr>
      <vt:lpstr>Almacenamiento para IA y Machine Learning</vt:lpstr>
      <vt:lpstr>Almacenamiento en red para empresas pequeñas</vt:lpstr>
      <vt:lpstr>Almacenamiento en red para grandes empresas</vt:lpstr>
      <vt:lpstr>Almacenamiento en red para uso doméstico</vt:lpstr>
      <vt:lpstr>Costos del almacenamiento en red </vt:lpstr>
      <vt:lpstr>Implementación de almacenamiento en red</vt:lpstr>
      <vt:lpstr>Mantenimiento del almacenamiento en red</vt:lpstr>
      <vt:lpstr>Migración a soluciones de almacenamiento en red </vt:lpstr>
      <vt:lpstr>Casos de éxito </vt:lpstr>
      <vt:lpstr>Errores comunes al implementar almacenamiento en red </vt:lpstr>
      <vt:lpstr>Futuro del almacenamiento en red </vt:lpstr>
      <vt:lpstr>Preguntas frecuentes </vt:lpstr>
      <vt:lpstr>Conclusión </vt:lpstr>
      <vt:lpstr>Recomendaciones finales 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Andre</dc:creator>
  <cp:lastModifiedBy>Saul Andre</cp:lastModifiedBy>
  <cp:revision>2</cp:revision>
  <dcterms:created xsi:type="dcterms:W3CDTF">2025-03-09T22:27:04Z</dcterms:created>
  <dcterms:modified xsi:type="dcterms:W3CDTF">2025-03-10T01:00:31Z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0x010100B1ECE7E405C86F4AAC9D57B5C1A0129E</vt:lpwstr>
  </property>
</Properties>
</file>